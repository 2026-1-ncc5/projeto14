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3"/>
  </p:notesMasterIdLst>
  <p:sldIdLst>
    <p:sldId id="256" r:id="rId2"/>
  </p:sldIdLst>
  <p:sldSz cx="28800425" cy="43200638"/>
  <p:notesSz cx="6858000" cy="9144000"/>
  <p:embeddedFontLst>
    <p:embeddedFont>
      <p:font typeface="Inter" panose="020B0604020202020204" charset="0"/>
      <p:regular r:id="rId4"/>
      <p:bold r:id="rId5"/>
      <p:italic r:id="rId6"/>
      <p:boldItalic r:id="rId7"/>
    </p:embeddedFont>
    <p:embeddedFont>
      <p:font typeface="Open Sans" panose="020B0606030504020204" pitchFamily="34" charset="0"/>
      <p:regular r:id="rId8"/>
      <p:bold r:id="rId9"/>
      <p:italic r:id="rId10"/>
      <p:boldItalic r:id="rId11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4366">
          <p15:clr>
            <a:srgbClr val="A4A3A4"/>
          </p15:clr>
        </p15:guide>
        <p15:guide id="2" pos="5488">
          <p15:clr>
            <a:srgbClr val="A4A3A4"/>
          </p15:clr>
        </p15:guide>
      </p15:sldGuideLst>
    </p:ext>
    <p:ext uri="GoogleSlidesCustomDataVersion2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13" roundtripDataSignature="AMtx7mi+9yr4mDS8zg5+kfXTqvtBuST67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>
        <p:scale>
          <a:sx n="25" d="100"/>
          <a:sy n="25" d="100"/>
        </p:scale>
        <p:origin x="1560" y="-2942"/>
      </p:cViewPr>
      <p:guideLst>
        <p:guide orient="horz" pos="4366"/>
        <p:guide pos="5488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font" Target="fonts/font5.fntdata"/><Relationship Id="rId13" Type="http://customschemas.google.com/relationships/presentationmetadata" Target="metadata"/><Relationship Id="rId3" Type="http://schemas.openxmlformats.org/officeDocument/2006/relationships/notesMaster" Target="notesMasters/notesMaster1.xml"/><Relationship Id="rId7" Type="http://schemas.openxmlformats.org/officeDocument/2006/relationships/font" Target="fonts/font4.fntdata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font" Target="fonts/font3.fntdata"/><Relationship Id="rId11" Type="http://schemas.openxmlformats.org/officeDocument/2006/relationships/font" Target="fonts/font8.fntdata"/><Relationship Id="rId5" Type="http://schemas.openxmlformats.org/officeDocument/2006/relationships/font" Target="fonts/font2.fntdata"/><Relationship Id="rId15" Type="http://schemas.openxmlformats.org/officeDocument/2006/relationships/viewProps" Target="viewProps.xml"/><Relationship Id="rId10" Type="http://schemas.openxmlformats.org/officeDocument/2006/relationships/font" Target="fonts/font7.fntdata"/><Relationship Id="rId4" Type="http://schemas.openxmlformats.org/officeDocument/2006/relationships/font" Target="fonts/font1.fntdata"/><Relationship Id="rId9" Type="http://schemas.openxmlformats.org/officeDocument/2006/relationships/font" Target="fonts/font6.fntdata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82" name="Google Shape;8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2286000" y="685800"/>
            <a:ext cx="228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3"/>
          <p:cNvSpPr txBox="1">
            <a:spLocks noGrp="1"/>
          </p:cNvSpPr>
          <p:nvPr>
            <p:ph type="dt" idx="10"/>
          </p:nvPr>
        </p:nvSpPr>
        <p:spPr>
          <a:xfrm>
            <a:off x="871274" y="12847249"/>
            <a:ext cx="4065942" cy="7379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3"/>
          <p:cNvSpPr txBox="1">
            <a:spLocks noGrp="1"/>
          </p:cNvSpPr>
          <p:nvPr>
            <p:ph type="ftr" idx="11"/>
          </p:nvPr>
        </p:nvSpPr>
        <p:spPr>
          <a:xfrm>
            <a:off x="5953701" y="12847249"/>
            <a:ext cx="5518065" cy="7379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" name="Google Shape;14;p3"/>
          <p:cNvSpPr txBox="1">
            <a:spLocks noGrp="1"/>
          </p:cNvSpPr>
          <p:nvPr>
            <p:ph type="sldNum" idx="12"/>
          </p:nvPr>
        </p:nvSpPr>
        <p:spPr>
          <a:xfrm>
            <a:off x="12488252" y="12847249"/>
            <a:ext cx="4065942" cy="7379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4"/>
          <p:cNvSpPr txBox="1">
            <a:spLocks noGrp="1"/>
          </p:cNvSpPr>
          <p:nvPr>
            <p:ph type="ctrTitle"/>
          </p:nvPr>
        </p:nvSpPr>
        <p:spPr>
          <a:xfrm>
            <a:off x="1306910" y="4305947"/>
            <a:ext cx="14811647" cy="297116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4"/>
          <p:cNvSpPr txBox="1">
            <a:spLocks noGrp="1"/>
          </p:cNvSpPr>
          <p:nvPr>
            <p:ph type="subTitle" idx="1"/>
          </p:nvPr>
        </p:nvSpPr>
        <p:spPr>
          <a:xfrm>
            <a:off x="2613820" y="7854662"/>
            <a:ext cx="12197827" cy="35422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spcBef>
                <a:spcPts val="1220"/>
              </a:spcBef>
              <a:spcAft>
                <a:spcPts val="0"/>
              </a:spcAft>
              <a:buClr>
                <a:srgbClr val="888888"/>
              </a:buClr>
              <a:buSzPts val="6098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1067"/>
              </a:spcBef>
              <a:spcAft>
                <a:spcPts val="0"/>
              </a:spcAft>
              <a:buClr>
                <a:srgbClr val="888888"/>
              </a:buClr>
              <a:buSzPts val="5336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915"/>
              </a:spcBef>
              <a:spcAft>
                <a:spcPts val="0"/>
              </a:spcAft>
              <a:buClr>
                <a:srgbClr val="888888"/>
              </a:buClr>
              <a:buSzPts val="4574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762"/>
              </a:spcBef>
              <a:spcAft>
                <a:spcPts val="0"/>
              </a:spcAft>
              <a:buClr>
                <a:srgbClr val="888888"/>
              </a:buClr>
              <a:buSzPts val="3811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762"/>
              </a:spcBef>
              <a:spcAft>
                <a:spcPts val="0"/>
              </a:spcAft>
              <a:buClr>
                <a:srgbClr val="888888"/>
              </a:buClr>
              <a:buSzPts val="3811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762"/>
              </a:spcBef>
              <a:spcAft>
                <a:spcPts val="0"/>
              </a:spcAft>
              <a:buClr>
                <a:srgbClr val="888888"/>
              </a:buClr>
              <a:buSzPts val="3811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762"/>
              </a:spcBef>
              <a:spcAft>
                <a:spcPts val="0"/>
              </a:spcAft>
              <a:buClr>
                <a:srgbClr val="888888"/>
              </a:buClr>
              <a:buSzPts val="3811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762"/>
              </a:spcBef>
              <a:spcAft>
                <a:spcPts val="0"/>
              </a:spcAft>
              <a:buClr>
                <a:srgbClr val="888888"/>
              </a:buClr>
              <a:buSzPts val="3811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762"/>
              </a:spcBef>
              <a:spcAft>
                <a:spcPts val="0"/>
              </a:spcAft>
              <a:buClr>
                <a:srgbClr val="888888"/>
              </a:buClr>
              <a:buSzPts val="3811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dt" idx="10"/>
          </p:nvPr>
        </p:nvSpPr>
        <p:spPr>
          <a:xfrm>
            <a:off x="871274" y="12847249"/>
            <a:ext cx="4065942" cy="7379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ftr" idx="11"/>
          </p:nvPr>
        </p:nvSpPr>
        <p:spPr>
          <a:xfrm>
            <a:off x="5953701" y="12847249"/>
            <a:ext cx="5518065" cy="7379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4"/>
          <p:cNvSpPr txBox="1">
            <a:spLocks noGrp="1"/>
          </p:cNvSpPr>
          <p:nvPr>
            <p:ph type="sldNum" idx="12"/>
          </p:nvPr>
        </p:nvSpPr>
        <p:spPr>
          <a:xfrm>
            <a:off x="12488252" y="12847249"/>
            <a:ext cx="4065942" cy="7379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5"/>
          <p:cNvSpPr txBox="1">
            <a:spLocks noGrp="1"/>
          </p:cNvSpPr>
          <p:nvPr>
            <p:ph type="title"/>
          </p:nvPr>
        </p:nvSpPr>
        <p:spPr>
          <a:xfrm>
            <a:off x="871273" y="555089"/>
            <a:ext cx="15682921" cy="23101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1"/>
          </p:nvPr>
        </p:nvSpPr>
        <p:spPr>
          <a:xfrm>
            <a:off x="871273" y="3234273"/>
            <a:ext cx="15682921" cy="91477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dt" idx="10"/>
          </p:nvPr>
        </p:nvSpPr>
        <p:spPr>
          <a:xfrm>
            <a:off x="871274" y="12847249"/>
            <a:ext cx="4065942" cy="7379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5"/>
          <p:cNvSpPr txBox="1">
            <a:spLocks noGrp="1"/>
          </p:cNvSpPr>
          <p:nvPr>
            <p:ph type="ftr" idx="11"/>
          </p:nvPr>
        </p:nvSpPr>
        <p:spPr>
          <a:xfrm>
            <a:off x="5953701" y="12847249"/>
            <a:ext cx="5518065" cy="7379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5"/>
          <p:cNvSpPr txBox="1">
            <a:spLocks noGrp="1"/>
          </p:cNvSpPr>
          <p:nvPr>
            <p:ph type="sldNum" idx="12"/>
          </p:nvPr>
        </p:nvSpPr>
        <p:spPr>
          <a:xfrm>
            <a:off x="12488252" y="12847249"/>
            <a:ext cx="4065942" cy="7379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6"/>
          <p:cNvSpPr txBox="1">
            <a:spLocks noGrp="1"/>
          </p:cNvSpPr>
          <p:nvPr>
            <p:ph type="title"/>
          </p:nvPr>
        </p:nvSpPr>
        <p:spPr>
          <a:xfrm>
            <a:off x="1376492" y="8907084"/>
            <a:ext cx="14811647" cy="27529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623"/>
              <a:buFont typeface="Calibri"/>
              <a:buNone/>
              <a:defRPr sz="7623" b="1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6"/>
          <p:cNvSpPr txBox="1">
            <a:spLocks noGrp="1"/>
          </p:cNvSpPr>
          <p:nvPr>
            <p:ph type="body" idx="1"/>
          </p:nvPr>
        </p:nvSpPr>
        <p:spPr>
          <a:xfrm>
            <a:off x="1376492" y="5874955"/>
            <a:ext cx="14811647" cy="303212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762"/>
              </a:spcBef>
              <a:spcAft>
                <a:spcPts val="0"/>
              </a:spcAft>
              <a:buClr>
                <a:srgbClr val="888888"/>
              </a:buClr>
              <a:buSzPts val="3811"/>
              <a:buNone/>
              <a:defRPr sz="3811">
                <a:solidFill>
                  <a:srgbClr val="888888"/>
                </a:solidFill>
              </a:defRPr>
            </a:lvl1pPr>
            <a:lvl2pPr marL="914400" lvl="1" indent="-228600" algn="l">
              <a:spcBef>
                <a:spcPts val="686"/>
              </a:spcBef>
              <a:spcAft>
                <a:spcPts val="0"/>
              </a:spcAft>
              <a:buClr>
                <a:srgbClr val="888888"/>
              </a:buClr>
              <a:buSzPts val="3430"/>
              <a:buNone/>
              <a:defRPr sz="3430">
                <a:solidFill>
                  <a:srgbClr val="888888"/>
                </a:solidFill>
              </a:defRPr>
            </a:lvl2pPr>
            <a:lvl3pPr marL="1371600" lvl="2" indent="-228600" algn="l">
              <a:spcBef>
                <a:spcPts val="610"/>
              </a:spcBef>
              <a:spcAft>
                <a:spcPts val="0"/>
              </a:spcAft>
              <a:buClr>
                <a:srgbClr val="888888"/>
              </a:buClr>
              <a:buSzPts val="3049"/>
              <a:buNone/>
              <a:defRPr sz="3049">
                <a:solidFill>
                  <a:srgbClr val="888888"/>
                </a:solidFill>
              </a:defRPr>
            </a:lvl3pPr>
            <a:lvl4pPr marL="1828800" lvl="3" indent="-228600" algn="l">
              <a:spcBef>
                <a:spcPts val="534"/>
              </a:spcBef>
              <a:spcAft>
                <a:spcPts val="0"/>
              </a:spcAft>
              <a:buClr>
                <a:srgbClr val="888888"/>
              </a:buClr>
              <a:buSzPts val="2668"/>
              <a:buNone/>
              <a:defRPr sz="2668">
                <a:solidFill>
                  <a:srgbClr val="888888"/>
                </a:solidFill>
              </a:defRPr>
            </a:lvl4pPr>
            <a:lvl5pPr marL="2286000" lvl="4" indent="-228600" algn="l">
              <a:spcBef>
                <a:spcPts val="534"/>
              </a:spcBef>
              <a:spcAft>
                <a:spcPts val="0"/>
              </a:spcAft>
              <a:buClr>
                <a:srgbClr val="888888"/>
              </a:buClr>
              <a:buSzPts val="2668"/>
              <a:buNone/>
              <a:defRPr sz="2668">
                <a:solidFill>
                  <a:srgbClr val="888888"/>
                </a:solidFill>
              </a:defRPr>
            </a:lvl5pPr>
            <a:lvl6pPr marL="2743200" lvl="5" indent="-228600" algn="l">
              <a:spcBef>
                <a:spcPts val="534"/>
              </a:spcBef>
              <a:spcAft>
                <a:spcPts val="0"/>
              </a:spcAft>
              <a:buClr>
                <a:srgbClr val="888888"/>
              </a:buClr>
              <a:buSzPts val="2668"/>
              <a:buNone/>
              <a:defRPr sz="2668">
                <a:solidFill>
                  <a:srgbClr val="888888"/>
                </a:solidFill>
              </a:defRPr>
            </a:lvl6pPr>
            <a:lvl7pPr marL="3200400" lvl="6" indent="-228600" algn="l">
              <a:spcBef>
                <a:spcPts val="534"/>
              </a:spcBef>
              <a:spcAft>
                <a:spcPts val="0"/>
              </a:spcAft>
              <a:buClr>
                <a:srgbClr val="888888"/>
              </a:buClr>
              <a:buSzPts val="2668"/>
              <a:buNone/>
              <a:defRPr sz="2668">
                <a:solidFill>
                  <a:srgbClr val="888888"/>
                </a:solidFill>
              </a:defRPr>
            </a:lvl7pPr>
            <a:lvl8pPr marL="3657600" lvl="7" indent="-228600" algn="l">
              <a:spcBef>
                <a:spcPts val="534"/>
              </a:spcBef>
              <a:spcAft>
                <a:spcPts val="0"/>
              </a:spcAft>
              <a:buClr>
                <a:srgbClr val="888888"/>
              </a:buClr>
              <a:buSzPts val="2668"/>
              <a:buNone/>
              <a:defRPr sz="2668">
                <a:solidFill>
                  <a:srgbClr val="888888"/>
                </a:solidFill>
              </a:defRPr>
            </a:lvl8pPr>
            <a:lvl9pPr marL="4114800" lvl="8" indent="-228600" algn="l">
              <a:spcBef>
                <a:spcPts val="534"/>
              </a:spcBef>
              <a:spcAft>
                <a:spcPts val="0"/>
              </a:spcAft>
              <a:buClr>
                <a:srgbClr val="888888"/>
              </a:buClr>
              <a:buSzPts val="2668"/>
              <a:buNone/>
              <a:defRPr sz="2668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0" name="Google Shape;30;p6"/>
          <p:cNvSpPr txBox="1">
            <a:spLocks noGrp="1"/>
          </p:cNvSpPr>
          <p:nvPr>
            <p:ph type="dt" idx="10"/>
          </p:nvPr>
        </p:nvSpPr>
        <p:spPr>
          <a:xfrm>
            <a:off x="871274" y="12847249"/>
            <a:ext cx="4065942" cy="7379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6"/>
          <p:cNvSpPr txBox="1">
            <a:spLocks noGrp="1"/>
          </p:cNvSpPr>
          <p:nvPr>
            <p:ph type="ftr" idx="11"/>
          </p:nvPr>
        </p:nvSpPr>
        <p:spPr>
          <a:xfrm>
            <a:off x="5953701" y="12847249"/>
            <a:ext cx="5518065" cy="7379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6"/>
          <p:cNvSpPr txBox="1">
            <a:spLocks noGrp="1"/>
          </p:cNvSpPr>
          <p:nvPr>
            <p:ph type="sldNum" idx="12"/>
          </p:nvPr>
        </p:nvSpPr>
        <p:spPr>
          <a:xfrm>
            <a:off x="12488252" y="12847249"/>
            <a:ext cx="4065942" cy="7379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7"/>
          <p:cNvSpPr txBox="1">
            <a:spLocks noGrp="1"/>
          </p:cNvSpPr>
          <p:nvPr>
            <p:ph type="title"/>
          </p:nvPr>
        </p:nvSpPr>
        <p:spPr>
          <a:xfrm>
            <a:off x="871273" y="555089"/>
            <a:ext cx="15682921" cy="23101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7"/>
          <p:cNvSpPr txBox="1">
            <a:spLocks noGrp="1"/>
          </p:cNvSpPr>
          <p:nvPr>
            <p:ph type="body" idx="1"/>
          </p:nvPr>
        </p:nvSpPr>
        <p:spPr>
          <a:xfrm>
            <a:off x="871273" y="3234273"/>
            <a:ext cx="7696248" cy="91477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567436" algn="l">
              <a:spcBef>
                <a:spcPts val="1067"/>
              </a:spcBef>
              <a:spcAft>
                <a:spcPts val="0"/>
              </a:spcAft>
              <a:buClr>
                <a:schemeClr val="dk1"/>
              </a:buClr>
              <a:buSzPts val="5336"/>
              <a:buChar char="•"/>
              <a:defRPr sz="5336"/>
            </a:lvl1pPr>
            <a:lvl2pPr marL="914400" lvl="1" indent="-519049" algn="l">
              <a:spcBef>
                <a:spcPts val="915"/>
              </a:spcBef>
              <a:spcAft>
                <a:spcPts val="0"/>
              </a:spcAft>
              <a:buClr>
                <a:schemeClr val="dk1"/>
              </a:buClr>
              <a:buSzPts val="4574"/>
              <a:buChar char="–"/>
              <a:defRPr sz="4574"/>
            </a:lvl2pPr>
            <a:lvl3pPr marL="1371600" lvl="2" indent="-470599" algn="l">
              <a:spcBef>
                <a:spcPts val="762"/>
              </a:spcBef>
              <a:spcAft>
                <a:spcPts val="0"/>
              </a:spcAft>
              <a:buClr>
                <a:schemeClr val="dk1"/>
              </a:buClr>
              <a:buSzPts val="3811"/>
              <a:buChar char="•"/>
              <a:defRPr sz="3811"/>
            </a:lvl3pPr>
            <a:lvl4pPr marL="1828800" lvl="3" indent="-446405" algn="l">
              <a:spcBef>
                <a:spcPts val="686"/>
              </a:spcBef>
              <a:spcAft>
                <a:spcPts val="0"/>
              </a:spcAft>
              <a:buClr>
                <a:schemeClr val="dk1"/>
              </a:buClr>
              <a:buSzPts val="3430"/>
              <a:buChar char="–"/>
              <a:defRPr sz="3430"/>
            </a:lvl4pPr>
            <a:lvl5pPr marL="2286000" lvl="4" indent="-446405" algn="l">
              <a:spcBef>
                <a:spcPts val="686"/>
              </a:spcBef>
              <a:spcAft>
                <a:spcPts val="0"/>
              </a:spcAft>
              <a:buClr>
                <a:schemeClr val="dk1"/>
              </a:buClr>
              <a:buSzPts val="3430"/>
              <a:buChar char="»"/>
              <a:defRPr sz="3430"/>
            </a:lvl5pPr>
            <a:lvl6pPr marL="2743200" lvl="5" indent="-446405" algn="l">
              <a:spcBef>
                <a:spcPts val="686"/>
              </a:spcBef>
              <a:spcAft>
                <a:spcPts val="0"/>
              </a:spcAft>
              <a:buClr>
                <a:schemeClr val="dk1"/>
              </a:buClr>
              <a:buSzPts val="3430"/>
              <a:buChar char="•"/>
              <a:defRPr sz="3430"/>
            </a:lvl6pPr>
            <a:lvl7pPr marL="3200400" lvl="6" indent="-446405" algn="l">
              <a:spcBef>
                <a:spcPts val="686"/>
              </a:spcBef>
              <a:spcAft>
                <a:spcPts val="0"/>
              </a:spcAft>
              <a:buClr>
                <a:schemeClr val="dk1"/>
              </a:buClr>
              <a:buSzPts val="3430"/>
              <a:buChar char="•"/>
              <a:defRPr sz="3430"/>
            </a:lvl7pPr>
            <a:lvl8pPr marL="3657600" lvl="7" indent="-446405" algn="l">
              <a:spcBef>
                <a:spcPts val="686"/>
              </a:spcBef>
              <a:spcAft>
                <a:spcPts val="0"/>
              </a:spcAft>
              <a:buClr>
                <a:schemeClr val="dk1"/>
              </a:buClr>
              <a:buSzPts val="3430"/>
              <a:buChar char="•"/>
              <a:defRPr sz="3430"/>
            </a:lvl8pPr>
            <a:lvl9pPr marL="4114800" lvl="8" indent="-446405" algn="l">
              <a:spcBef>
                <a:spcPts val="686"/>
              </a:spcBef>
              <a:spcAft>
                <a:spcPts val="0"/>
              </a:spcAft>
              <a:buClr>
                <a:schemeClr val="dk1"/>
              </a:buClr>
              <a:buSzPts val="3430"/>
              <a:buChar char="•"/>
              <a:defRPr sz="3430"/>
            </a:lvl9pPr>
          </a:lstStyle>
          <a:p>
            <a:endParaRPr/>
          </a:p>
        </p:txBody>
      </p:sp>
      <p:sp>
        <p:nvSpPr>
          <p:cNvPr id="36" name="Google Shape;36;p7"/>
          <p:cNvSpPr txBox="1">
            <a:spLocks noGrp="1"/>
          </p:cNvSpPr>
          <p:nvPr>
            <p:ph type="body" idx="2"/>
          </p:nvPr>
        </p:nvSpPr>
        <p:spPr>
          <a:xfrm>
            <a:off x="8857946" y="3234273"/>
            <a:ext cx="7696248" cy="91477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567436" algn="l">
              <a:spcBef>
                <a:spcPts val="1067"/>
              </a:spcBef>
              <a:spcAft>
                <a:spcPts val="0"/>
              </a:spcAft>
              <a:buClr>
                <a:schemeClr val="dk1"/>
              </a:buClr>
              <a:buSzPts val="5336"/>
              <a:buChar char="•"/>
              <a:defRPr sz="5336"/>
            </a:lvl1pPr>
            <a:lvl2pPr marL="914400" lvl="1" indent="-519049" algn="l">
              <a:spcBef>
                <a:spcPts val="915"/>
              </a:spcBef>
              <a:spcAft>
                <a:spcPts val="0"/>
              </a:spcAft>
              <a:buClr>
                <a:schemeClr val="dk1"/>
              </a:buClr>
              <a:buSzPts val="4574"/>
              <a:buChar char="–"/>
              <a:defRPr sz="4574"/>
            </a:lvl2pPr>
            <a:lvl3pPr marL="1371600" lvl="2" indent="-470599" algn="l">
              <a:spcBef>
                <a:spcPts val="762"/>
              </a:spcBef>
              <a:spcAft>
                <a:spcPts val="0"/>
              </a:spcAft>
              <a:buClr>
                <a:schemeClr val="dk1"/>
              </a:buClr>
              <a:buSzPts val="3811"/>
              <a:buChar char="•"/>
              <a:defRPr sz="3811"/>
            </a:lvl3pPr>
            <a:lvl4pPr marL="1828800" lvl="3" indent="-446405" algn="l">
              <a:spcBef>
                <a:spcPts val="686"/>
              </a:spcBef>
              <a:spcAft>
                <a:spcPts val="0"/>
              </a:spcAft>
              <a:buClr>
                <a:schemeClr val="dk1"/>
              </a:buClr>
              <a:buSzPts val="3430"/>
              <a:buChar char="–"/>
              <a:defRPr sz="3430"/>
            </a:lvl4pPr>
            <a:lvl5pPr marL="2286000" lvl="4" indent="-446405" algn="l">
              <a:spcBef>
                <a:spcPts val="686"/>
              </a:spcBef>
              <a:spcAft>
                <a:spcPts val="0"/>
              </a:spcAft>
              <a:buClr>
                <a:schemeClr val="dk1"/>
              </a:buClr>
              <a:buSzPts val="3430"/>
              <a:buChar char="»"/>
              <a:defRPr sz="3430"/>
            </a:lvl5pPr>
            <a:lvl6pPr marL="2743200" lvl="5" indent="-446405" algn="l">
              <a:spcBef>
                <a:spcPts val="686"/>
              </a:spcBef>
              <a:spcAft>
                <a:spcPts val="0"/>
              </a:spcAft>
              <a:buClr>
                <a:schemeClr val="dk1"/>
              </a:buClr>
              <a:buSzPts val="3430"/>
              <a:buChar char="•"/>
              <a:defRPr sz="3430"/>
            </a:lvl6pPr>
            <a:lvl7pPr marL="3200400" lvl="6" indent="-446405" algn="l">
              <a:spcBef>
                <a:spcPts val="686"/>
              </a:spcBef>
              <a:spcAft>
                <a:spcPts val="0"/>
              </a:spcAft>
              <a:buClr>
                <a:schemeClr val="dk1"/>
              </a:buClr>
              <a:buSzPts val="3430"/>
              <a:buChar char="•"/>
              <a:defRPr sz="3430"/>
            </a:lvl7pPr>
            <a:lvl8pPr marL="3657600" lvl="7" indent="-446405" algn="l">
              <a:spcBef>
                <a:spcPts val="686"/>
              </a:spcBef>
              <a:spcAft>
                <a:spcPts val="0"/>
              </a:spcAft>
              <a:buClr>
                <a:schemeClr val="dk1"/>
              </a:buClr>
              <a:buSzPts val="3430"/>
              <a:buChar char="•"/>
              <a:defRPr sz="3430"/>
            </a:lvl8pPr>
            <a:lvl9pPr marL="4114800" lvl="8" indent="-446405" algn="l">
              <a:spcBef>
                <a:spcPts val="686"/>
              </a:spcBef>
              <a:spcAft>
                <a:spcPts val="0"/>
              </a:spcAft>
              <a:buClr>
                <a:schemeClr val="dk1"/>
              </a:buClr>
              <a:buSzPts val="3430"/>
              <a:buChar char="•"/>
              <a:defRPr sz="3430"/>
            </a:lvl9pPr>
          </a:lstStyle>
          <a:p>
            <a:endParaRPr/>
          </a:p>
        </p:txBody>
      </p:sp>
      <p:sp>
        <p:nvSpPr>
          <p:cNvPr id="37" name="Google Shape;37;p7"/>
          <p:cNvSpPr txBox="1">
            <a:spLocks noGrp="1"/>
          </p:cNvSpPr>
          <p:nvPr>
            <p:ph type="dt" idx="10"/>
          </p:nvPr>
        </p:nvSpPr>
        <p:spPr>
          <a:xfrm>
            <a:off x="871274" y="12847249"/>
            <a:ext cx="4065942" cy="7379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7"/>
          <p:cNvSpPr txBox="1">
            <a:spLocks noGrp="1"/>
          </p:cNvSpPr>
          <p:nvPr>
            <p:ph type="ftr" idx="11"/>
          </p:nvPr>
        </p:nvSpPr>
        <p:spPr>
          <a:xfrm>
            <a:off x="5953701" y="12847249"/>
            <a:ext cx="5518065" cy="7379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7"/>
          <p:cNvSpPr txBox="1">
            <a:spLocks noGrp="1"/>
          </p:cNvSpPr>
          <p:nvPr>
            <p:ph type="sldNum" idx="12"/>
          </p:nvPr>
        </p:nvSpPr>
        <p:spPr>
          <a:xfrm>
            <a:off x="12488252" y="12847249"/>
            <a:ext cx="4065942" cy="7379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8"/>
          <p:cNvSpPr txBox="1">
            <a:spLocks noGrp="1"/>
          </p:cNvSpPr>
          <p:nvPr>
            <p:ph type="title"/>
          </p:nvPr>
        </p:nvSpPr>
        <p:spPr>
          <a:xfrm>
            <a:off x="871273" y="555089"/>
            <a:ext cx="15682921" cy="23101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385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8"/>
          <p:cNvSpPr txBox="1">
            <a:spLocks noGrp="1"/>
          </p:cNvSpPr>
          <p:nvPr>
            <p:ph type="body" idx="1"/>
          </p:nvPr>
        </p:nvSpPr>
        <p:spPr>
          <a:xfrm>
            <a:off x="871273" y="3102721"/>
            <a:ext cx="7699274" cy="12930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915"/>
              </a:spcBef>
              <a:spcAft>
                <a:spcPts val="0"/>
              </a:spcAft>
              <a:buClr>
                <a:schemeClr val="dk1"/>
              </a:buClr>
              <a:buSzPts val="4574"/>
              <a:buNone/>
              <a:defRPr sz="4574" b="1"/>
            </a:lvl1pPr>
            <a:lvl2pPr marL="914400" lvl="1" indent="-228600" algn="l">
              <a:spcBef>
                <a:spcPts val="762"/>
              </a:spcBef>
              <a:spcAft>
                <a:spcPts val="0"/>
              </a:spcAft>
              <a:buClr>
                <a:schemeClr val="dk1"/>
              </a:buClr>
              <a:buSzPts val="3811"/>
              <a:buNone/>
              <a:defRPr sz="3811" b="1"/>
            </a:lvl2pPr>
            <a:lvl3pPr marL="1371600" lvl="2" indent="-228600" algn="l">
              <a:spcBef>
                <a:spcPts val="686"/>
              </a:spcBef>
              <a:spcAft>
                <a:spcPts val="0"/>
              </a:spcAft>
              <a:buClr>
                <a:schemeClr val="dk1"/>
              </a:buClr>
              <a:buSzPts val="3430"/>
              <a:buNone/>
              <a:defRPr sz="3430" b="1"/>
            </a:lvl3pPr>
            <a:lvl4pPr marL="1828800" lvl="3" indent="-228600" algn="l">
              <a:spcBef>
                <a:spcPts val="610"/>
              </a:spcBef>
              <a:spcAft>
                <a:spcPts val="0"/>
              </a:spcAft>
              <a:buClr>
                <a:schemeClr val="dk1"/>
              </a:buClr>
              <a:buSzPts val="3049"/>
              <a:buNone/>
              <a:defRPr sz="3049" b="1"/>
            </a:lvl4pPr>
            <a:lvl5pPr marL="2286000" lvl="4" indent="-228600" algn="l">
              <a:spcBef>
                <a:spcPts val="610"/>
              </a:spcBef>
              <a:spcAft>
                <a:spcPts val="0"/>
              </a:spcAft>
              <a:buClr>
                <a:schemeClr val="dk1"/>
              </a:buClr>
              <a:buSzPts val="3049"/>
              <a:buNone/>
              <a:defRPr sz="3049" b="1"/>
            </a:lvl5pPr>
            <a:lvl6pPr marL="2743200" lvl="5" indent="-228600" algn="l">
              <a:spcBef>
                <a:spcPts val="610"/>
              </a:spcBef>
              <a:spcAft>
                <a:spcPts val="0"/>
              </a:spcAft>
              <a:buClr>
                <a:schemeClr val="dk1"/>
              </a:buClr>
              <a:buSzPts val="3049"/>
              <a:buNone/>
              <a:defRPr sz="3049" b="1"/>
            </a:lvl6pPr>
            <a:lvl7pPr marL="3200400" lvl="6" indent="-228600" algn="l">
              <a:spcBef>
                <a:spcPts val="610"/>
              </a:spcBef>
              <a:spcAft>
                <a:spcPts val="0"/>
              </a:spcAft>
              <a:buClr>
                <a:schemeClr val="dk1"/>
              </a:buClr>
              <a:buSzPts val="3049"/>
              <a:buNone/>
              <a:defRPr sz="3049" b="1"/>
            </a:lvl7pPr>
            <a:lvl8pPr marL="3657600" lvl="7" indent="-228600" algn="l">
              <a:spcBef>
                <a:spcPts val="610"/>
              </a:spcBef>
              <a:spcAft>
                <a:spcPts val="0"/>
              </a:spcAft>
              <a:buClr>
                <a:schemeClr val="dk1"/>
              </a:buClr>
              <a:buSzPts val="3049"/>
              <a:buNone/>
              <a:defRPr sz="3049" b="1"/>
            </a:lvl8pPr>
            <a:lvl9pPr marL="4114800" lvl="8" indent="-228600" algn="l">
              <a:spcBef>
                <a:spcPts val="610"/>
              </a:spcBef>
              <a:spcAft>
                <a:spcPts val="0"/>
              </a:spcAft>
              <a:buClr>
                <a:schemeClr val="dk1"/>
              </a:buClr>
              <a:buSzPts val="3049"/>
              <a:buNone/>
              <a:defRPr sz="3049" b="1"/>
            </a:lvl9pPr>
          </a:lstStyle>
          <a:p>
            <a:endParaRPr/>
          </a:p>
        </p:txBody>
      </p:sp>
      <p:sp>
        <p:nvSpPr>
          <p:cNvPr id="43" name="Google Shape;43;p8"/>
          <p:cNvSpPr txBox="1">
            <a:spLocks noGrp="1"/>
          </p:cNvSpPr>
          <p:nvPr>
            <p:ph type="body" idx="2"/>
          </p:nvPr>
        </p:nvSpPr>
        <p:spPr>
          <a:xfrm>
            <a:off x="871273" y="4395787"/>
            <a:ext cx="7699274" cy="79862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519049" algn="l">
              <a:spcBef>
                <a:spcPts val="915"/>
              </a:spcBef>
              <a:spcAft>
                <a:spcPts val="0"/>
              </a:spcAft>
              <a:buClr>
                <a:schemeClr val="dk1"/>
              </a:buClr>
              <a:buSzPts val="4574"/>
              <a:buChar char="•"/>
              <a:defRPr sz="4574"/>
            </a:lvl1pPr>
            <a:lvl2pPr marL="914400" lvl="1" indent="-470599" algn="l">
              <a:spcBef>
                <a:spcPts val="762"/>
              </a:spcBef>
              <a:spcAft>
                <a:spcPts val="0"/>
              </a:spcAft>
              <a:buClr>
                <a:schemeClr val="dk1"/>
              </a:buClr>
              <a:buSzPts val="3811"/>
              <a:buChar char="–"/>
              <a:defRPr sz="3811"/>
            </a:lvl2pPr>
            <a:lvl3pPr marL="1371600" lvl="2" indent="-446405" algn="l">
              <a:spcBef>
                <a:spcPts val="686"/>
              </a:spcBef>
              <a:spcAft>
                <a:spcPts val="0"/>
              </a:spcAft>
              <a:buClr>
                <a:schemeClr val="dk1"/>
              </a:buClr>
              <a:buSzPts val="3430"/>
              <a:buChar char="•"/>
              <a:defRPr sz="3430"/>
            </a:lvl3pPr>
            <a:lvl4pPr marL="1828800" lvl="3" indent="-422212" algn="l">
              <a:spcBef>
                <a:spcPts val="610"/>
              </a:spcBef>
              <a:spcAft>
                <a:spcPts val="0"/>
              </a:spcAft>
              <a:buClr>
                <a:schemeClr val="dk1"/>
              </a:buClr>
              <a:buSzPts val="3049"/>
              <a:buChar char="–"/>
              <a:defRPr sz="3049"/>
            </a:lvl4pPr>
            <a:lvl5pPr marL="2286000" lvl="4" indent="-422211" algn="l">
              <a:spcBef>
                <a:spcPts val="610"/>
              </a:spcBef>
              <a:spcAft>
                <a:spcPts val="0"/>
              </a:spcAft>
              <a:buClr>
                <a:schemeClr val="dk1"/>
              </a:buClr>
              <a:buSzPts val="3049"/>
              <a:buChar char="»"/>
              <a:defRPr sz="3049"/>
            </a:lvl5pPr>
            <a:lvl6pPr marL="2743200" lvl="5" indent="-422211" algn="l">
              <a:spcBef>
                <a:spcPts val="610"/>
              </a:spcBef>
              <a:spcAft>
                <a:spcPts val="0"/>
              </a:spcAft>
              <a:buClr>
                <a:schemeClr val="dk1"/>
              </a:buClr>
              <a:buSzPts val="3049"/>
              <a:buChar char="•"/>
              <a:defRPr sz="3049"/>
            </a:lvl6pPr>
            <a:lvl7pPr marL="3200400" lvl="6" indent="-422211" algn="l">
              <a:spcBef>
                <a:spcPts val="610"/>
              </a:spcBef>
              <a:spcAft>
                <a:spcPts val="0"/>
              </a:spcAft>
              <a:buClr>
                <a:schemeClr val="dk1"/>
              </a:buClr>
              <a:buSzPts val="3049"/>
              <a:buChar char="•"/>
              <a:defRPr sz="3049"/>
            </a:lvl7pPr>
            <a:lvl8pPr marL="3657600" lvl="7" indent="-422211" algn="l">
              <a:spcBef>
                <a:spcPts val="610"/>
              </a:spcBef>
              <a:spcAft>
                <a:spcPts val="0"/>
              </a:spcAft>
              <a:buClr>
                <a:schemeClr val="dk1"/>
              </a:buClr>
              <a:buSzPts val="3049"/>
              <a:buChar char="•"/>
              <a:defRPr sz="3049"/>
            </a:lvl8pPr>
            <a:lvl9pPr marL="4114800" lvl="8" indent="-422211" algn="l">
              <a:spcBef>
                <a:spcPts val="610"/>
              </a:spcBef>
              <a:spcAft>
                <a:spcPts val="0"/>
              </a:spcAft>
              <a:buClr>
                <a:schemeClr val="dk1"/>
              </a:buClr>
              <a:buSzPts val="3049"/>
              <a:buChar char="•"/>
              <a:defRPr sz="3049"/>
            </a:lvl9pPr>
          </a:lstStyle>
          <a:p>
            <a:endParaRPr/>
          </a:p>
        </p:txBody>
      </p:sp>
      <p:sp>
        <p:nvSpPr>
          <p:cNvPr id="44" name="Google Shape;44;p8"/>
          <p:cNvSpPr txBox="1">
            <a:spLocks noGrp="1"/>
          </p:cNvSpPr>
          <p:nvPr>
            <p:ph type="body" idx="3"/>
          </p:nvPr>
        </p:nvSpPr>
        <p:spPr>
          <a:xfrm>
            <a:off x="8851896" y="3102721"/>
            <a:ext cx="7702299" cy="12930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915"/>
              </a:spcBef>
              <a:spcAft>
                <a:spcPts val="0"/>
              </a:spcAft>
              <a:buClr>
                <a:schemeClr val="dk1"/>
              </a:buClr>
              <a:buSzPts val="4574"/>
              <a:buNone/>
              <a:defRPr sz="4574" b="1"/>
            </a:lvl1pPr>
            <a:lvl2pPr marL="914400" lvl="1" indent="-228600" algn="l">
              <a:spcBef>
                <a:spcPts val="762"/>
              </a:spcBef>
              <a:spcAft>
                <a:spcPts val="0"/>
              </a:spcAft>
              <a:buClr>
                <a:schemeClr val="dk1"/>
              </a:buClr>
              <a:buSzPts val="3811"/>
              <a:buNone/>
              <a:defRPr sz="3811" b="1"/>
            </a:lvl2pPr>
            <a:lvl3pPr marL="1371600" lvl="2" indent="-228600" algn="l">
              <a:spcBef>
                <a:spcPts val="686"/>
              </a:spcBef>
              <a:spcAft>
                <a:spcPts val="0"/>
              </a:spcAft>
              <a:buClr>
                <a:schemeClr val="dk1"/>
              </a:buClr>
              <a:buSzPts val="3430"/>
              <a:buNone/>
              <a:defRPr sz="3430" b="1"/>
            </a:lvl3pPr>
            <a:lvl4pPr marL="1828800" lvl="3" indent="-228600" algn="l">
              <a:spcBef>
                <a:spcPts val="610"/>
              </a:spcBef>
              <a:spcAft>
                <a:spcPts val="0"/>
              </a:spcAft>
              <a:buClr>
                <a:schemeClr val="dk1"/>
              </a:buClr>
              <a:buSzPts val="3049"/>
              <a:buNone/>
              <a:defRPr sz="3049" b="1"/>
            </a:lvl4pPr>
            <a:lvl5pPr marL="2286000" lvl="4" indent="-228600" algn="l">
              <a:spcBef>
                <a:spcPts val="610"/>
              </a:spcBef>
              <a:spcAft>
                <a:spcPts val="0"/>
              </a:spcAft>
              <a:buClr>
                <a:schemeClr val="dk1"/>
              </a:buClr>
              <a:buSzPts val="3049"/>
              <a:buNone/>
              <a:defRPr sz="3049" b="1"/>
            </a:lvl5pPr>
            <a:lvl6pPr marL="2743200" lvl="5" indent="-228600" algn="l">
              <a:spcBef>
                <a:spcPts val="610"/>
              </a:spcBef>
              <a:spcAft>
                <a:spcPts val="0"/>
              </a:spcAft>
              <a:buClr>
                <a:schemeClr val="dk1"/>
              </a:buClr>
              <a:buSzPts val="3049"/>
              <a:buNone/>
              <a:defRPr sz="3049" b="1"/>
            </a:lvl6pPr>
            <a:lvl7pPr marL="3200400" lvl="6" indent="-228600" algn="l">
              <a:spcBef>
                <a:spcPts val="610"/>
              </a:spcBef>
              <a:spcAft>
                <a:spcPts val="0"/>
              </a:spcAft>
              <a:buClr>
                <a:schemeClr val="dk1"/>
              </a:buClr>
              <a:buSzPts val="3049"/>
              <a:buNone/>
              <a:defRPr sz="3049" b="1"/>
            </a:lvl7pPr>
            <a:lvl8pPr marL="3657600" lvl="7" indent="-228600" algn="l">
              <a:spcBef>
                <a:spcPts val="610"/>
              </a:spcBef>
              <a:spcAft>
                <a:spcPts val="0"/>
              </a:spcAft>
              <a:buClr>
                <a:schemeClr val="dk1"/>
              </a:buClr>
              <a:buSzPts val="3049"/>
              <a:buNone/>
              <a:defRPr sz="3049" b="1"/>
            </a:lvl8pPr>
            <a:lvl9pPr marL="4114800" lvl="8" indent="-228600" algn="l">
              <a:spcBef>
                <a:spcPts val="610"/>
              </a:spcBef>
              <a:spcAft>
                <a:spcPts val="0"/>
              </a:spcAft>
              <a:buClr>
                <a:schemeClr val="dk1"/>
              </a:buClr>
              <a:buSzPts val="3049"/>
              <a:buNone/>
              <a:defRPr sz="3049" b="1"/>
            </a:lvl9pPr>
          </a:lstStyle>
          <a:p>
            <a:endParaRPr/>
          </a:p>
        </p:txBody>
      </p:sp>
      <p:sp>
        <p:nvSpPr>
          <p:cNvPr id="45" name="Google Shape;45;p8"/>
          <p:cNvSpPr txBox="1">
            <a:spLocks noGrp="1"/>
          </p:cNvSpPr>
          <p:nvPr>
            <p:ph type="body" idx="4"/>
          </p:nvPr>
        </p:nvSpPr>
        <p:spPr>
          <a:xfrm>
            <a:off x="8851896" y="4395787"/>
            <a:ext cx="7702299" cy="79862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519049" algn="l">
              <a:spcBef>
                <a:spcPts val="915"/>
              </a:spcBef>
              <a:spcAft>
                <a:spcPts val="0"/>
              </a:spcAft>
              <a:buClr>
                <a:schemeClr val="dk1"/>
              </a:buClr>
              <a:buSzPts val="4574"/>
              <a:buChar char="•"/>
              <a:defRPr sz="4574"/>
            </a:lvl1pPr>
            <a:lvl2pPr marL="914400" lvl="1" indent="-470599" algn="l">
              <a:spcBef>
                <a:spcPts val="762"/>
              </a:spcBef>
              <a:spcAft>
                <a:spcPts val="0"/>
              </a:spcAft>
              <a:buClr>
                <a:schemeClr val="dk1"/>
              </a:buClr>
              <a:buSzPts val="3811"/>
              <a:buChar char="–"/>
              <a:defRPr sz="3811"/>
            </a:lvl2pPr>
            <a:lvl3pPr marL="1371600" lvl="2" indent="-446405" algn="l">
              <a:spcBef>
                <a:spcPts val="686"/>
              </a:spcBef>
              <a:spcAft>
                <a:spcPts val="0"/>
              </a:spcAft>
              <a:buClr>
                <a:schemeClr val="dk1"/>
              </a:buClr>
              <a:buSzPts val="3430"/>
              <a:buChar char="•"/>
              <a:defRPr sz="3430"/>
            </a:lvl3pPr>
            <a:lvl4pPr marL="1828800" lvl="3" indent="-422212" algn="l">
              <a:spcBef>
                <a:spcPts val="610"/>
              </a:spcBef>
              <a:spcAft>
                <a:spcPts val="0"/>
              </a:spcAft>
              <a:buClr>
                <a:schemeClr val="dk1"/>
              </a:buClr>
              <a:buSzPts val="3049"/>
              <a:buChar char="–"/>
              <a:defRPr sz="3049"/>
            </a:lvl4pPr>
            <a:lvl5pPr marL="2286000" lvl="4" indent="-422211" algn="l">
              <a:spcBef>
                <a:spcPts val="610"/>
              </a:spcBef>
              <a:spcAft>
                <a:spcPts val="0"/>
              </a:spcAft>
              <a:buClr>
                <a:schemeClr val="dk1"/>
              </a:buClr>
              <a:buSzPts val="3049"/>
              <a:buChar char="»"/>
              <a:defRPr sz="3049"/>
            </a:lvl5pPr>
            <a:lvl6pPr marL="2743200" lvl="5" indent="-422211" algn="l">
              <a:spcBef>
                <a:spcPts val="610"/>
              </a:spcBef>
              <a:spcAft>
                <a:spcPts val="0"/>
              </a:spcAft>
              <a:buClr>
                <a:schemeClr val="dk1"/>
              </a:buClr>
              <a:buSzPts val="3049"/>
              <a:buChar char="•"/>
              <a:defRPr sz="3049"/>
            </a:lvl6pPr>
            <a:lvl7pPr marL="3200400" lvl="6" indent="-422211" algn="l">
              <a:spcBef>
                <a:spcPts val="610"/>
              </a:spcBef>
              <a:spcAft>
                <a:spcPts val="0"/>
              </a:spcAft>
              <a:buClr>
                <a:schemeClr val="dk1"/>
              </a:buClr>
              <a:buSzPts val="3049"/>
              <a:buChar char="•"/>
              <a:defRPr sz="3049"/>
            </a:lvl7pPr>
            <a:lvl8pPr marL="3657600" lvl="7" indent="-422211" algn="l">
              <a:spcBef>
                <a:spcPts val="610"/>
              </a:spcBef>
              <a:spcAft>
                <a:spcPts val="0"/>
              </a:spcAft>
              <a:buClr>
                <a:schemeClr val="dk1"/>
              </a:buClr>
              <a:buSzPts val="3049"/>
              <a:buChar char="•"/>
              <a:defRPr sz="3049"/>
            </a:lvl8pPr>
            <a:lvl9pPr marL="4114800" lvl="8" indent="-422211" algn="l">
              <a:spcBef>
                <a:spcPts val="610"/>
              </a:spcBef>
              <a:spcAft>
                <a:spcPts val="0"/>
              </a:spcAft>
              <a:buClr>
                <a:schemeClr val="dk1"/>
              </a:buClr>
              <a:buSzPts val="3049"/>
              <a:buChar char="•"/>
              <a:defRPr sz="3049"/>
            </a:lvl9pPr>
          </a:lstStyle>
          <a:p>
            <a:endParaRPr/>
          </a:p>
        </p:txBody>
      </p:sp>
      <p:sp>
        <p:nvSpPr>
          <p:cNvPr id="46" name="Google Shape;46;p8"/>
          <p:cNvSpPr txBox="1">
            <a:spLocks noGrp="1"/>
          </p:cNvSpPr>
          <p:nvPr>
            <p:ph type="dt" idx="10"/>
          </p:nvPr>
        </p:nvSpPr>
        <p:spPr>
          <a:xfrm>
            <a:off x="871274" y="12847249"/>
            <a:ext cx="4065942" cy="7379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8"/>
          <p:cNvSpPr txBox="1">
            <a:spLocks noGrp="1"/>
          </p:cNvSpPr>
          <p:nvPr>
            <p:ph type="ftr" idx="11"/>
          </p:nvPr>
        </p:nvSpPr>
        <p:spPr>
          <a:xfrm>
            <a:off x="5953701" y="12847249"/>
            <a:ext cx="5518065" cy="7379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8"/>
          <p:cNvSpPr txBox="1">
            <a:spLocks noGrp="1"/>
          </p:cNvSpPr>
          <p:nvPr>
            <p:ph type="sldNum" idx="12"/>
          </p:nvPr>
        </p:nvSpPr>
        <p:spPr>
          <a:xfrm>
            <a:off x="12488252" y="12847249"/>
            <a:ext cx="4065942" cy="7379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9"/>
          <p:cNvSpPr txBox="1">
            <a:spLocks noGrp="1"/>
          </p:cNvSpPr>
          <p:nvPr>
            <p:ph type="title"/>
          </p:nvPr>
        </p:nvSpPr>
        <p:spPr>
          <a:xfrm>
            <a:off x="871273" y="555089"/>
            <a:ext cx="15682921" cy="23101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9"/>
          <p:cNvSpPr txBox="1">
            <a:spLocks noGrp="1"/>
          </p:cNvSpPr>
          <p:nvPr>
            <p:ph type="dt" idx="10"/>
          </p:nvPr>
        </p:nvSpPr>
        <p:spPr>
          <a:xfrm>
            <a:off x="871274" y="12847249"/>
            <a:ext cx="4065942" cy="7379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9"/>
          <p:cNvSpPr txBox="1">
            <a:spLocks noGrp="1"/>
          </p:cNvSpPr>
          <p:nvPr>
            <p:ph type="ftr" idx="11"/>
          </p:nvPr>
        </p:nvSpPr>
        <p:spPr>
          <a:xfrm>
            <a:off x="5953701" y="12847249"/>
            <a:ext cx="5518065" cy="7379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9"/>
          <p:cNvSpPr txBox="1">
            <a:spLocks noGrp="1"/>
          </p:cNvSpPr>
          <p:nvPr>
            <p:ph type="sldNum" idx="12"/>
          </p:nvPr>
        </p:nvSpPr>
        <p:spPr>
          <a:xfrm>
            <a:off x="12488252" y="12847249"/>
            <a:ext cx="4065942" cy="7379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0"/>
          <p:cNvSpPr txBox="1">
            <a:spLocks noGrp="1"/>
          </p:cNvSpPr>
          <p:nvPr>
            <p:ph type="title"/>
          </p:nvPr>
        </p:nvSpPr>
        <p:spPr>
          <a:xfrm>
            <a:off x="871274" y="551880"/>
            <a:ext cx="5732859" cy="23486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11"/>
              <a:buFont typeface="Calibri"/>
              <a:buNone/>
              <a:defRPr sz="3811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10"/>
          <p:cNvSpPr txBox="1">
            <a:spLocks noGrp="1"/>
          </p:cNvSpPr>
          <p:nvPr>
            <p:ph type="body" idx="1"/>
          </p:nvPr>
        </p:nvSpPr>
        <p:spPr>
          <a:xfrm>
            <a:off x="6812874" y="551881"/>
            <a:ext cx="9741320" cy="118301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615823" algn="l">
              <a:spcBef>
                <a:spcPts val="1220"/>
              </a:spcBef>
              <a:spcAft>
                <a:spcPts val="0"/>
              </a:spcAft>
              <a:buClr>
                <a:schemeClr val="dk1"/>
              </a:buClr>
              <a:buSzPts val="6098"/>
              <a:buChar char="•"/>
              <a:defRPr sz="6098"/>
            </a:lvl1pPr>
            <a:lvl2pPr marL="914400" lvl="1" indent="-567436" algn="l">
              <a:spcBef>
                <a:spcPts val="1067"/>
              </a:spcBef>
              <a:spcAft>
                <a:spcPts val="0"/>
              </a:spcAft>
              <a:buClr>
                <a:schemeClr val="dk1"/>
              </a:buClr>
              <a:buSzPts val="5336"/>
              <a:buChar char="–"/>
              <a:defRPr sz="5336"/>
            </a:lvl2pPr>
            <a:lvl3pPr marL="1371600" lvl="2" indent="-519049" algn="l">
              <a:spcBef>
                <a:spcPts val="915"/>
              </a:spcBef>
              <a:spcAft>
                <a:spcPts val="0"/>
              </a:spcAft>
              <a:buClr>
                <a:schemeClr val="dk1"/>
              </a:buClr>
              <a:buSzPts val="4574"/>
              <a:buChar char="•"/>
              <a:defRPr sz="4574"/>
            </a:lvl3pPr>
            <a:lvl4pPr marL="1828800" lvl="3" indent="-470599" algn="l">
              <a:spcBef>
                <a:spcPts val="762"/>
              </a:spcBef>
              <a:spcAft>
                <a:spcPts val="0"/>
              </a:spcAft>
              <a:buClr>
                <a:schemeClr val="dk1"/>
              </a:buClr>
              <a:buSzPts val="3811"/>
              <a:buChar char="–"/>
              <a:defRPr sz="3811"/>
            </a:lvl4pPr>
            <a:lvl5pPr marL="2286000" lvl="4" indent="-470598" algn="l">
              <a:spcBef>
                <a:spcPts val="762"/>
              </a:spcBef>
              <a:spcAft>
                <a:spcPts val="0"/>
              </a:spcAft>
              <a:buClr>
                <a:schemeClr val="dk1"/>
              </a:buClr>
              <a:buSzPts val="3811"/>
              <a:buChar char="»"/>
              <a:defRPr sz="3811"/>
            </a:lvl5pPr>
            <a:lvl6pPr marL="2743200" lvl="5" indent="-470598" algn="l">
              <a:spcBef>
                <a:spcPts val="762"/>
              </a:spcBef>
              <a:spcAft>
                <a:spcPts val="0"/>
              </a:spcAft>
              <a:buClr>
                <a:schemeClr val="dk1"/>
              </a:buClr>
              <a:buSzPts val="3811"/>
              <a:buChar char="•"/>
              <a:defRPr sz="3811"/>
            </a:lvl6pPr>
            <a:lvl7pPr marL="3200400" lvl="6" indent="-470598" algn="l">
              <a:spcBef>
                <a:spcPts val="762"/>
              </a:spcBef>
              <a:spcAft>
                <a:spcPts val="0"/>
              </a:spcAft>
              <a:buClr>
                <a:schemeClr val="dk1"/>
              </a:buClr>
              <a:buSzPts val="3811"/>
              <a:buChar char="•"/>
              <a:defRPr sz="3811"/>
            </a:lvl7pPr>
            <a:lvl8pPr marL="3657600" lvl="7" indent="-470598" algn="l">
              <a:spcBef>
                <a:spcPts val="762"/>
              </a:spcBef>
              <a:spcAft>
                <a:spcPts val="0"/>
              </a:spcAft>
              <a:buClr>
                <a:schemeClr val="dk1"/>
              </a:buClr>
              <a:buSzPts val="3811"/>
              <a:buChar char="•"/>
              <a:defRPr sz="3811"/>
            </a:lvl8pPr>
            <a:lvl9pPr marL="4114800" lvl="8" indent="-470598" algn="l">
              <a:spcBef>
                <a:spcPts val="762"/>
              </a:spcBef>
              <a:spcAft>
                <a:spcPts val="0"/>
              </a:spcAft>
              <a:buClr>
                <a:schemeClr val="dk1"/>
              </a:buClr>
              <a:buSzPts val="3811"/>
              <a:buChar char="•"/>
              <a:defRPr sz="3811"/>
            </a:lvl9pPr>
          </a:lstStyle>
          <a:p>
            <a:endParaRPr/>
          </a:p>
        </p:txBody>
      </p:sp>
      <p:sp>
        <p:nvSpPr>
          <p:cNvPr id="57" name="Google Shape;57;p10"/>
          <p:cNvSpPr txBox="1">
            <a:spLocks noGrp="1"/>
          </p:cNvSpPr>
          <p:nvPr>
            <p:ph type="body" idx="2"/>
          </p:nvPr>
        </p:nvSpPr>
        <p:spPr>
          <a:xfrm>
            <a:off x="871274" y="2900579"/>
            <a:ext cx="5732859" cy="94814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534"/>
              </a:spcBef>
              <a:spcAft>
                <a:spcPts val="0"/>
              </a:spcAft>
              <a:buClr>
                <a:schemeClr val="dk1"/>
              </a:buClr>
              <a:buSzPts val="2668"/>
              <a:buNone/>
              <a:defRPr sz="2668"/>
            </a:lvl1pPr>
            <a:lvl2pPr marL="914400" lvl="1" indent="-228600" algn="l">
              <a:spcBef>
                <a:spcPts val="457"/>
              </a:spcBef>
              <a:spcAft>
                <a:spcPts val="0"/>
              </a:spcAft>
              <a:buClr>
                <a:schemeClr val="dk1"/>
              </a:buClr>
              <a:buSzPts val="2287"/>
              <a:buNone/>
              <a:defRPr sz="2287"/>
            </a:lvl2pPr>
            <a:lvl3pPr marL="1371600" lvl="2" indent="-228600" algn="l">
              <a:spcBef>
                <a:spcPts val="381"/>
              </a:spcBef>
              <a:spcAft>
                <a:spcPts val="0"/>
              </a:spcAft>
              <a:buClr>
                <a:schemeClr val="dk1"/>
              </a:buClr>
              <a:buSzPts val="1906"/>
              <a:buNone/>
              <a:defRPr sz="1906"/>
            </a:lvl3pPr>
            <a:lvl4pPr marL="1828800" lvl="3" indent="-228600" algn="l">
              <a:spcBef>
                <a:spcPts val="343"/>
              </a:spcBef>
              <a:spcAft>
                <a:spcPts val="0"/>
              </a:spcAft>
              <a:buClr>
                <a:schemeClr val="dk1"/>
              </a:buClr>
              <a:buSzPts val="1715"/>
              <a:buNone/>
              <a:defRPr sz="1715"/>
            </a:lvl4pPr>
            <a:lvl5pPr marL="2286000" lvl="4" indent="-228600" algn="l">
              <a:spcBef>
                <a:spcPts val="343"/>
              </a:spcBef>
              <a:spcAft>
                <a:spcPts val="0"/>
              </a:spcAft>
              <a:buClr>
                <a:schemeClr val="dk1"/>
              </a:buClr>
              <a:buSzPts val="1715"/>
              <a:buNone/>
              <a:defRPr sz="1715"/>
            </a:lvl5pPr>
            <a:lvl6pPr marL="2743200" lvl="5" indent="-228600" algn="l">
              <a:spcBef>
                <a:spcPts val="343"/>
              </a:spcBef>
              <a:spcAft>
                <a:spcPts val="0"/>
              </a:spcAft>
              <a:buClr>
                <a:schemeClr val="dk1"/>
              </a:buClr>
              <a:buSzPts val="1715"/>
              <a:buNone/>
              <a:defRPr sz="1715"/>
            </a:lvl6pPr>
            <a:lvl7pPr marL="3200400" lvl="6" indent="-228600" algn="l">
              <a:spcBef>
                <a:spcPts val="343"/>
              </a:spcBef>
              <a:spcAft>
                <a:spcPts val="0"/>
              </a:spcAft>
              <a:buClr>
                <a:schemeClr val="dk1"/>
              </a:buClr>
              <a:buSzPts val="1715"/>
              <a:buNone/>
              <a:defRPr sz="1715"/>
            </a:lvl7pPr>
            <a:lvl8pPr marL="3657600" lvl="7" indent="-228600" algn="l">
              <a:spcBef>
                <a:spcPts val="343"/>
              </a:spcBef>
              <a:spcAft>
                <a:spcPts val="0"/>
              </a:spcAft>
              <a:buClr>
                <a:schemeClr val="dk1"/>
              </a:buClr>
              <a:buSzPts val="1715"/>
              <a:buNone/>
              <a:defRPr sz="1715"/>
            </a:lvl8pPr>
            <a:lvl9pPr marL="4114800" lvl="8" indent="-228600" algn="l">
              <a:spcBef>
                <a:spcPts val="343"/>
              </a:spcBef>
              <a:spcAft>
                <a:spcPts val="0"/>
              </a:spcAft>
              <a:buClr>
                <a:schemeClr val="dk1"/>
              </a:buClr>
              <a:buSzPts val="1715"/>
              <a:buNone/>
              <a:defRPr sz="1715"/>
            </a:lvl9pPr>
          </a:lstStyle>
          <a:p>
            <a:endParaRPr/>
          </a:p>
        </p:txBody>
      </p:sp>
      <p:sp>
        <p:nvSpPr>
          <p:cNvPr id="58" name="Google Shape;58;p10"/>
          <p:cNvSpPr txBox="1">
            <a:spLocks noGrp="1"/>
          </p:cNvSpPr>
          <p:nvPr>
            <p:ph type="dt" idx="10"/>
          </p:nvPr>
        </p:nvSpPr>
        <p:spPr>
          <a:xfrm>
            <a:off x="871274" y="12847249"/>
            <a:ext cx="4065942" cy="7379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10"/>
          <p:cNvSpPr txBox="1">
            <a:spLocks noGrp="1"/>
          </p:cNvSpPr>
          <p:nvPr>
            <p:ph type="ftr" idx="11"/>
          </p:nvPr>
        </p:nvSpPr>
        <p:spPr>
          <a:xfrm>
            <a:off x="5953701" y="12847249"/>
            <a:ext cx="5518065" cy="7379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10"/>
          <p:cNvSpPr txBox="1">
            <a:spLocks noGrp="1"/>
          </p:cNvSpPr>
          <p:nvPr>
            <p:ph type="sldNum" idx="12"/>
          </p:nvPr>
        </p:nvSpPr>
        <p:spPr>
          <a:xfrm>
            <a:off x="12488252" y="12847249"/>
            <a:ext cx="4065942" cy="7379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1"/>
          <p:cNvSpPr txBox="1">
            <a:spLocks noGrp="1"/>
          </p:cNvSpPr>
          <p:nvPr>
            <p:ph type="title"/>
          </p:nvPr>
        </p:nvSpPr>
        <p:spPr>
          <a:xfrm>
            <a:off x="3415514" y="9702817"/>
            <a:ext cx="10455280" cy="11454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811"/>
              <a:buFont typeface="Calibri"/>
              <a:buNone/>
              <a:defRPr sz="3811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1"/>
          <p:cNvSpPr>
            <a:spLocks noGrp="1"/>
          </p:cNvSpPr>
          <p:nvPr>
            <p:ph type="pic" idx="2"/>
          </p:nvPr>
        </p:nvSpPr>
        <p:spPr>
          <a:xfrm>
            <a:off x="3415514" y="1238521"/>
            <a:ext cx="10455280" cy="83167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1"/>
          <p:cNvSpPr txBox="1">
            <a:spLocks noGrp="1"/>
          </p:cNvSpPr>
          <p:nvPr>
            <p:ph type="body" idx="1"/>
          </p:nvPr>
        </p:nvSpPr>
        <p:spPr>
          <a:xfrm>
            <a:off x="3415514" y="10848290"/>
            <a:ext cx="10455280" cy="162676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534"/>
              </a:spcBef>
              <a:spcAft>
                <a:spcPts val="0"/>
              </a:spcAft>
              <a:buClr>
                <a:schemeClr val="dk1"/>
              </a:buClr>
              <a:buSzPts val="2668"/>
              <a:buNone/>
              <a:defRPr sz="2668"/>
            </a:lvl1pPr>
            <a:lvl2pPr marL="914400" lvl="1" indent="-228600" algn="l">
              <a:spcBef>
                <a:spcPts val="457"/>
              </a:spcBef>
              <a:spcAft>
                <a:spcPts val="0"/>
              </a:spcAft>
              <a:buClr>
                <a:schemeClr val="dk1"/>
              </a:buClr>
              <a:buSzPts val="2287"/>
              <a:buNone/>
              <a:defRPr sz="2287"/>
            </a:lvl2pPr>
            <a:lvl3pPr marL="1371600" lvl="2" indent="-228600" algn="l">
              <a:spcBef>
                <a:spcPts val="381"/>
              </a:spcBef>
              <a:spcAft>
                <a:spcPts val="0"/>
              </a:spcAft>
              <a:buClr>
                <a:schemeClr val="dk1"/>
              </a:buClr>
              <a:buSzPts val="1906"/>
              <a:buNone/>
              <a:defRPr sz="1906"/>
            </a:lvl3pPr>
            <a:lvl4pPr marL="1828800" lvl="3" indent="-228600" algn="l">
              <a:spcBef>
                <a:spcPts val="343"/>
              </a:spcBef>
              <a:spcAft>
                <a:spcPts val="0"/>
              </a:spcAft>
              <a:buClr>
                <a:schemeClr val="dk1"/>
              </a:buClr>
              <a:buSzPts val="1715"/>
              <a:buNone/>
              <a:defRPr sz="1715"/>
            </a:lvl4pPr>
            <a:lvl5pPr marL="2286000" lvl="4" indent="-228600" algn="l">
              <a:spcBef>
                <a:spcPts val="343"/>
              </a:spcBef>
              <a:spcAft>
                <a:spcPts val="0"/>
              </a:spcAft>
              <a:buClr>
                <a:schemeClr val="dk1"/>
              </a:buClr>
              <a:buSzPts val="1715"/>
              <a:buNone/>
              <a:defRPr sz="1715"/>
            </a:lvl5pPr>
            <a:lvl6pPr marL="2743200" lvl="5" indent="-228600" algn="l">
              <a:spcBef>
                <a:spcPts val="343"/>
              </a:spcBef>
              <a:spcAft>
                <a:spcPts val="0"/>
              </a:spcAft>
              <a:buClr>
                <a:schemeClr val="dk1"/>
              </a:buClr>
              <a:buSzPts val="1715"/>
              <a:buNone/>
              <a:defRPr sz="1715"/>
            </a:lvl6pPr>
            <a:lvl7pPr marL="3200400" lvl="6" indent="-228600" algn="l">
              <a:spcBef>
                <a:spcPts val="343"/>
              </a:spcBef>
              <a:spcAft>
                <a:spcPts val="0"/>
              </a:spcAft>
              <a:buClr>
                <a:schemeClr val="dk1"/>
              </a:buClr>
              <a:buSzPts val="1715"/>
              <a:buNone/>
              <a:defRPr sz="1715"/>
            </a:lvl7pPr>
            <a:lvl8pPr marL="3657600" lvl="7" indent="-228600" algn="l">
              <a:spcBef>
                <a:spcPts val="343"/>
              </a:spcBef>
              <a:spcAft>
                <a:spcPts val="0"/>
              </a:spcAft>
              <a:buClr>
                <a:schemeClr val="dk1"/>
              </a:buClr>
              <a:buSzPts val="1715"/>
              <a:buNone/>
              <a:defRPr sz="1715"/>
            </a:lvl8pPr>
            <a:lvl9pPr marL="4114800" lvl="8" indent="-228600" algn="l">
              <a:spcBef>
                <a:spcPts val="343"/>
              </a:spcBef>
              <a:spcAft>
                <a:spcPts val="0"/>
              </a:spcAft>
              <a:buClr>
                <a:schemeClr val="dk1"/>
              </a:buClr>
              <a:buSzPts val="1715"/>
              <a:buNone/>
              <a:defRPr sz="1715"/>
            </a:lvl9pPr>
          </a:lstStyle>
          <a:p>
            <a:endParaRPr/>
          </a:p>
        </p:txBody>
      </p:sp>
      <p:sp>
        <p:nvSpPr>
          <p:cNvPr id="65" name="Google Shape;65;p11"/>
          <p:cNvSpPr txBox="1">
            <a:spLocks noGrp="1"/>
          </p:cNvSpPr>
          <p:nvPr>
            <p:ph type="dt" idx="10"/>
          </p:nvPr>
        </p:nvSpPr>
        <p:spPr>
          <a:xfrm>
            <a:off x="871274" y="12847249"/>
            <a:ext cx="4065942" cy="7379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1"/>
          <p:cNvSpPr txBox="1">
            <a:spLocks noGrp="1"/>
          </p:cNvSpPr>
          <p:nvPr>
            <p:ph type="ftr" idx="11"/>
          </p:nvPr>
        </p:nvSpPr>
        <p:spPr>
          <a:xfrm>
            <a:off x="5953701" y="12847249"/>
            <a:ext cx="5518065" cy="7379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1"/>
          <p:cNvSpPr txBox="1">
            <a:spLocks noGrp="1"/>
          </p:cNvSpPr>
          <p:nvPr>
            <p:ph type="sldNum" idx="12"/>
          </p:nvPr>
        </p:nvSpPr>
        <p:spPr>
          <a:xfrm>
            <a:off x="12488252" y="12847249"/>
            <a:ext cx="4065942" cy="7379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2"/>
          <p:cNvSpPr txBox="1">
            <a:spLocks noGrp="1"/>
          </p:cNvSpPr>
          <p:nvPr>
            <p:ph type="title"/>
          </p:nvPr>
        </p:nvSpPr>
        <p:spPr>
          <a:xfrm>
            <a:off x="871273" y="555089"/>
            <a:ext cx="15682921" cy="23101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2"/>
          <p:cNvSpPr txBox="1">
            <a:spLocks noGrp="1"/>
          </p:cNvSpPr>
          <p:nvPr>
            <p:ph type="body" idx="1"/>
          </p:nvPr>
        </p:nvSpPr>
        <p:spPr>
          <a:xfrm rot="5400000">
            <a:off x="4138869" y="-33322"/>
            <a:ext cx="9147730" cy="156829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12"/>
          <p:cNvSpPr txBox="1">
            <a:spLocks noGrp="1"/>
          </p:cNvSpPr>
          <p:nvPr>
            <p:ph type="dt" idx="10"/>
          </p:nvPr>
        </p:nvSpPr>
        <p:spPr>
          <a:xfrm>
            <a:off x="871274" y="12847249"/>
            <a:ext cx="4065942" cy="7379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12"/>
          <p:cNvSpPr txBox="1">
            <a:spLocks noGrp="1"/>
          </p:cNvSpPr>
          <p:nvPr>
            <p:ph type="ftr" idx="11"/>
          </p:nvPr>
        </p:nvSpPr>
        <p:spPr>
          <a:xfrm>
            <a:off x="5953701" y="12847249"/>
            <a:ext cx="5518065" cy="7379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12"/>
          <p:cNvSpPr txBox="1">
            <a:spLocks noGrp="1"/>
          </p:cNvSpPr>
          <p:nvPr>
            <p:ph type="sldNum" idx="12"/>
          </p:nvPr>
        </p:nvSpPr>
        <p:spPr>
          <a:xfrm>
            <a:off x="12488252" y="12847249"/>
            <a:ext cx="4065942" cy="7379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3"/>
          <p:cNvSpPr txBox="1">
            <a:spLocks noGrp="1"/>
          </p:cNvSpPr>
          <p:nvPr>
            <p:ph type="title"/>
          </p:nvPr>
        </p:nvSpPr>
        <p:spPr>
          <a:xfrm rot="5400000">
            <a:off x="8680373" y="4508182"/>
            <a:ext cx="11826913" cy="39207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3"/>
          <p:cNvSpPr txBox="1">
            <a:spLocks noGrp="1"/>
          </p:cNvSpPr>
          <p:nvPr>
            <p:ph type="body" idx="1"/>
          </p:nvPr>
        </p:nvSpPr>
        <p:spPr>
          <a:xfrm rot="5400000">
            <a:off x="693699" y="732664"/>
            <a:ext cx="11826913" cy="114717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13"/>
          <p:cNvSpPr txBox="1">
            <a:spLocks noGrp="1"/>
          </p:cNvSpPr>
          <p:nvPr>
            <p:ph type="dt" idx="10"/>
          </p:nvPr>
        </p:nvSpPr>
        <p:spPr>
          <a:xfrm>
            <a:off x="871274" y="12847249"/>
            <a:ext cx="4065942" cy="7379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13"/>
          <p:cNvSpPr txBox="1">
            <a:spLocks noGrp="1"/>
          </p:cNvSpPr>
          <p:nvPr>
            <p:ph type="ftr" idx="11"/>
          </p:nvPr>
        </p:nvSpPr>
        <p:spPr>
          <a:xfrm>
            <a:off x="5953701" y="12847249"/>
            <a:ext cx="5518065" cy="7379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3"/>
          <p:cNvSpPr txBox="1">
            <a:spLocks noGrp="1"/>
          </p:cNvSpPr>
          <p:nvPr>
            <p:ph type="sldNum" idx="12"/>
          </p:nvPr>
        </p:nvSpPr>
        <p:spPr>
          <a:xfrm>
            <a:off x="12488252" y="12847249"/>
            <a:ext cx="4065942" cy="7379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2"/>
          <p:cNvSpPr txBox="1">
            <a:spLocks noGrp="1"/>
          </p:cNvSpPr>
          <p:nvPr>
            <p:ph type="title"/>
          </p:nvPr>
        </p:nvSpPr>
        <p:spPr>
          <a:xfrm>
            <a:off x="871273" y="555089"/>
            <a:ext cx="15682921" cy="231019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385"/>
              <a:buFont typeface="Calibri"/>
              <a:buNone/>
              <a:defRPr sz="8385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2"/>
          <p:cNvSpPr txBox="1">
            <a:spLocks noGrp="1"/>
          </p:cNvSpPr>
          <p:nvPr>
            <p:ph type="body" idx="1"/>
          </p:nvPr>
        </p:nvSpPr>
        <p:spPr>
          <a:xfrm>
            <a:off x="871273" y="3234273"/>
            <a:ext cx="15682921" cy="914773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615823" algn="l" rtl="0">
              <a:spcBef>
                <a:spcPts val="1220"/>
              </a:spcBef>
              <a:spcAft>
                <a:spcPts val="0"/>
              </a:spcAft>
              <a:buClr>
                <a:schemeClr val="dk1"/>
              </a:buClr>
              <a:buSzPts val="6098"/>
              <a:buFont typeface="Arial"/>
              <a:buChar char="•"/>
              <a:defRPr sz="6098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567436" algn="l" rtl="0">
              <a:spcBef>
                <a:spcPts val="1067"/>
              </a:spcBef>
              <a:spcAft>
                <a:spcPts val="0"/>
              </a:spcAft>
              <a:buClr>
                <a:schemeClr val="dk1"/>
              </a:buClr>
              <a:buSzPts val="5336"/>
              <a:buFont typeface="Arial"/>
              <a:buChar char="–"/>
              <a:defRPr sz="5336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519049" algn="l" rtl="0">
              <a:spcBef>
                <a:spcPts val="915"/>
              </a:spcBef>
              <a:spcAft>
                <a:spcPts val="0"/>
              </a:spcAft>
              <a:buClr>
                <a:schemeClr val="dk1"/>
              </a:buClr>
              <a:buSzPts val="4574"/>
              <a:buFont typeface="Arial"/>
              <a:buChar char="•"/>
              <a:defRPr sz="4574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470599" algn="l" rtl="0">
              <a:spcBef>
                <a:spcPts val="762"/>
              </a:spcBef>
              <a:spcAft>
                <a:spcPts val="0"/>
              </a:spcAft>
              <a:buClr>
                <a:schemeClr val="dk1"/>
              </a:buClr>
              <a:buSzPts val="3811"/>
              <a:buFont typeface="Arial"/>
              <a:buChar char="–"/>
              <a:defRPr sz="3811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470598" algn="l" rtl="0">
              <a:spcBef>
                <a:spcPts val="762"/>
              </a:spcBef>
              <a:spcAft>
                <a:spcPts val="0"/>
              </a:spcAft>
              <a:buClr>
                <a:schemeClr val="dk1"/>
              </a:buClr>
              <a:buSzPts val="3811"/>
              <a:buFont typeface="Arial"/>
              <a:buChar char="»"/>
              <a:defRPr sz="3811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470598" algn="l" rtl="0">
              <a:spcBef>
                <a:spcPts val="762"/>
              </a:spcBef>
              <a:spcAft>
                <a:spcPts val="0"/>
              </a:spcAft>
              <a:buClr>
                <a:schemeClr val="dk1"/>
              </a:buClr>
              <a:buSzPts val="3811"/>
              <a:buFont typeface="Arial"/>
              <a:buChar char="•"/>
              <a:defRPr sz="3811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470598" algn="l" rtl="0">
              <a:spcBef>
                <a:spcPts val="762"/>
              </a:spcBef>
              <a:spcAft>
                <a:spcPts val="0"/>
              </a:spcAft>
              <a:buClr>
                <a:schemeClr val="dk1"/>
              </a:buClr>
              <a:buSzPts val="3811"/>
              <a:buFont typeface="Arial"/>
              <a:buChar char="•"/>
              <a:defRPr sz="3811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470598" algn="l" rtl="0">
              <a:spcBef>
                <a:spcPts val="762"/>
              </a:spcBef>
              <a:spcAft>
                <a:spcPts val="0"/>
              </a:spcAft>
              <a:buClr>
                <a:schemeClr val="dk1"/>
              </a:buClr>
              <a:buSzPts val="3811"/>
              <a:buFont typeface="Arial"/>
              <a:buChar char="•"/>
              <a:defRPr sz="3811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470598" algn="l" rtl="0">
              <a:spcBef>
                <a:spcPts val="762"/>
              </a:spcBef>
              <a:spcAft>
                <a:spcPts val="0"/>
              </a:spcAft>
              <a:buClr>
                <a:schemeClr val="dk1"/>
              </a:buClr>
              <a:buSzPts val="3811"/>
              <a:buFont typeface="Arial"/>
              <a:buChar char="•"/>
              <a:defRPr sz="3811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2"/>
          <p:cNvSpPr txBox="1">
            <a:spLocks noGrp="1"/>
          </p:cNvSpPr>
          <p:nvPr>
            <p:ph type="dt" idx="10"/>
          </p:nvPr>
        </p:nvSpPr>
        <p:spPr>
          <a:xfrm>
            <a:off x="871274" y="12847249"/>
            <a:ext cx="4065942" cy="7379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2287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552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552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552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552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552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552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552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552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2"/>
          <p:cNvSpPr txBox="1">
            <a:spLocks noGrp="1"/>
          </p:cNvSpPr>
          <p:nvPr>
            <p:ph type="ftr" idx="11"/>
          </p:nvPr>
        </p:nvSpPr>
        <p:spPr>
          <a:xfrm>
            <a:off x="5953701" y="12847249"/>
            <a:ext cx="5518065" cy="7379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2287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552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552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552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552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552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552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552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3552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2"/>
          <p:cNvSpPr txBox="1">
            <a:spLocks noGrp="1"/>
          </p:cNvSpPr>
          <p:nvPr>
            <p:ph type="sldNum" idx="12"/>
          </p:nvPr>
        </p:nvSpPr>
        <p:spPr>
          <a:xfrm>
            <a:off x="12488252" y="12847249"/>
            <a:ext cx="4065942" cy="73797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2287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2287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2287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2287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2287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2287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2287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2287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2287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‹nº›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13" Type="http://schemas.openxmlformats.org/officeDocument/2006/relationships/image" Target="../media/image11.png"/><Relationship Id="rId18" Type="http://schemas.openxmlformats.org/officeDocument/2006/relationships/image" Target="../media/image16.pn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12" Type="http://schemas.openxmlformats.org/officeDocument/2006/relationships/image" Target="../media/image10.png"/><Relationship Id="rId17" Type="http://schemas.openxmlformats.org/officeDocument/2006/relationships/image" Target="../media/image15.png"/><Relationship Id="rId2" Type="http://schemas.openxmlformats.org/officeDocument/2006/relationships/notesSlide" Target="../notesSlides/notesSlide1.xml"/><Relationship Id="rId16" Type="http://schemas.openxmlformats.org/officeDocument/2006/relationships/image" Target="../media/image14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11" Type="http://schemas.openxmlformats.org/officeDocument/2006/relationships/image" Target="../media/image9.svg"/><Relationship Id="rId5" Type="http://schemas.openxmlformats.org/officeDocument/2006/relationships/image" Target="../media/image3.png"/><Relationship Id="rId15" Type="http://schemas.openxmlformats.org/officeDocument/2006/relationships/image" Target="../media/image13.png"/><Relationship Id="rId10" Type="http://schemas.openxmlformats.org/officeDocument/2006/relationships/image" Target="../media/image8.png"/><Relationship Id="rId4" Type="http://schemas.openxmlformats.org/officeDocument/2006/relationships/image" Target="../media/image2.png"/><Relationship Id="rId9" Type="http://schemas.openxmlformats.org/officeDocument/2006/relationships/image" Target="../media/image7.png"/><Relationship Id="rId14" Type="http://schemas.openxmlformats.org/officeDocument/2006/relationships/image" Target="../media/image12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44F37"/>
        </a:solidFill>
        <a:effectLst/>
      </p:bgPr>
    </p:bg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4" name="Google Shape;84;p1"/>
          <p:cNvGrpSpPr/>
          <p:nvPr/>
        </p:nvGrpSpPr>
        <p:grpSpPr>
          <a:xfrm>
            <a:off x="-234721" y="36273035"/>
            <a:ext cx="29324843" cy="6968084"/>
            <a:chOff x="0" y="-47625"/>
            <a:chExt cx="3032124" cy="655203"/>
          </a:xfrm>
        </p:grpSpPr>
        <p:sp>
          <p:nvSpPr>
            <p:cNvPr id="85" name="Google Shape;85;p1"/>
            <p:cNvSpPr/>
            <p:nvPr/>
          </p:nvSpPr>
          <p:spPr>
            <a:xfrm>
              <a:off x="0" y="0"/>
              <a:ext cx="3032124" cy="607578"/>
            </a:xfrm>
            <a:custGeom>
              <a:avLst/>
              <a:gdLst/>
              <a:ahLst/>
              <a:cxnLst/>
              <a:rect l="l" t="t" r="r" b="b"/>
              <a:pathLst>
                <a:path w="3032124" h="607578" extrusionOk="0">
                  <a:moveTo>
                    <a:pt x="0" y="0"/>
                  </a:moveTo>
                  <a:lnTo>
                    <a:pt x="3032124" y="0"/>
                  </a:lnTo>
                  <a:lnTo>
                    <a:pt x="3032124" y="607578"/>
                  </a:lnTo>
                  <a:lnTo>
                    <a:pt x="0" y="607578"/>
                  </a:lnTo>
                  <a:close/>
                </a:path>
              </a:pathLst>
            </a:custGeom>
            <a:solidFill>
              <a:srgbClr val="10E68E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6769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6" name="Google Shape;86;p1"/>
            <p:cNvSpPr txBox="1"/>
            <p:nvPr/>
          </p:nvSpPr>
          <p:spPr>
            <a:xfrm>
              <a:off x="0" y="-47625"/>
              <a:ext cx="3032124" cy="655203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88925" tIns="88925" rIns="88925" bIns="88925" anchor="ctr" anchorCtr="0">
              <a:noAutofit/>
            </a:bodyPr>
            <a:lstStyle/>
            <a:p>
              <a:pPr marL="0" marR="0" lvl="0" indent="0" algn="ctr" rtl="0">
                <a:lnSpc>
                  <a:spcPct val="112217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6769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87" name="Google Shape;87;p1"/>
          <p:cNvSpPr/>
          <p:nvPr/>
        </p:nvSpPr>
        <p:spPr>
          <a:xfrm>
            <a:off x="3163237" y="34829695"/>
            <a:ext cx="22769151" cy="14311010"/>
          </a:xfrm>
          <a:custGeom>
            <a:avLst/>
            <a:gdLst/>
            <a:ahLst/>
            <a:cxnLst/>
            <a:rect l="l" t="t" r="r" b="b"/>
            <a:pathLst>
              <a:path w="11948094" h="7509691" extrusionOk="0">
                <a:moveTo>
                  <a:pt x="0" y="0"/>
                </a:moveTo>
                <a:lnTo>
                  <a:pt x="11948094" y="0"/>
                </a:lnTo>
                <a:lnTo>
                  <a:pt x="11948094" y="7509692"/>
                </a:lnTo>
                <a:lnTo>
                  <a:pt x="0" y="7509692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-48958"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6769" dirty="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88" name="Google Shape;88;p1"/>
          <p:cNvGrpSpPr/>
          <p:nvPr/>
        </p:nvGrpSpPr>
        <p:grpSpPr>
          <a:xfrm>
            <a:off x="-234720" y="28800364"/>
            <a:ext cx="29304069" cy="9759747"/>
            <a:chOff x="0" y="-47625"/>
            <a:chExt cx="3163653" cy="917701"/>
          </a:xfrm>
        </p:grpSpPr>
        <p:sp>
          <p:nvSpPr>
            <p:cNvPr id="89" name="Google Shape;89;p1"/>
            <p:cNvSpPr/>
            <p:nvPr/>
          </p:nvSpPr>
          <p:spPr>
            <a:xfrm>
              <a:off x="0" y="0"/>
              <a:ext cx="3163653" cy="870076"/>
            </a:xfrm>
            <a:custGeom>
              <a:avLst/>
              <a:gdLst/>
              <a:ahLst/>
              <a:cxnLst/>
              <a:rect l="l" t="t" r="r" b="b"/>
              <a:pathLst>
                <a:path w="3163653" h="870076" extrusionOk="0">
                  <a:moveTo>
                    <a:pt x="0" y="0"/>
                  </a:moveTo>
                  <a:lnTo>
                    <a:pt x="3163653" y="0"/>
                  </a:lnTo>
                  <a:lnTo>
                    <a:pt x="3163653" y="870076"/>
                  </a:lnTo>
                  <a:lnTo>
                    <a:pt x="0" y="870076"/>
                  </a:lnTo>
                  <a:close/>
                </a:path>
              </a:pathLst>
            </a:custGeom>
            <a:solidFill>
              <a:srgbClr val="044F37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6769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0" name="Google Shape;90;p1"/>
            <p:cNvSpPr txBox="1"/>
            <p:nvPr/>
          </p:nvSpPr>
          <p:spPr>
            <a:xfrm>
              <a:off x="0" y="-47625"/>
              <a:ext cx="3163653" cy="917701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88925" tIns="88925" rIns="88925" bIns="88925" anchor="ctr" anchorCtr="0">
              <a:noAutofit/>
            </a:bodyPr>
            <a:lstStyle/>
            <a:p>
              <a:pPr marL="0" marR="0" lvl="0" indent="0" algn="l" rtl="0">
                <a:lnSpc>
                  <a:spcPct val="112217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6769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91" name="Google Shape;91;p1"/>
          <p:cNvGrpSpPr/>
          <p:nvPr/>
        </p:nvGrpSpPr>
        <p:grpSpPr>
          <a:xfrm>
            <a:off x="-234719" y="21010291"/>
            <a:ext cx="29324842" cy="9460531"/>
            <a:chOff x="0" y="-47625"/>
            <a:chExt cx="3225442" cy="889566"/>
          </a:xfrm>
        </p:grpSpPr>
        <p:sp>
          <p:nvSpPr>
            <p:cNvPr id="92" name="Google Shape;92;p1"/>
            <p:cNvSpPr/>
            <p:nvPr/>
          </p:nvSpPr>
          <p:spPr>
            <a:xfrm>
              <a:off x="0" y="0"/>
              <a:ext cx="3225442" cy="841941"/>
            </a:xfrm>
            <a:custGeom>
              <a:avLst/>
              <a:gdLst/>
              <a:ahLst/>
              <a:cxnLst/>
              <a:rect l="l" t="t" r="r" b="b"/>
              <a:pathLst>
                <a:path w="3225442" h="841941" extrusionOk="0">
                  <a:moveTo>
                    <a:pt x="0" y="0"/>
                  </a:moveTo>
                  <a:lnTo>
                    <a:pt x="3225442" y="0"/>
                  </a:lnTo>
                  <a:lnTo>
                    <a:pt x="3225442" y="841941"/>
                  </a:lnTo>
                  <a:lnTo>
                    <a:pt x="0" y="841941"/>
                  </a:lnTo>
                  <a:close/>
                </a:path>
              </a:pathLst>
            </a:custGeom>
            <a:solidFill>
              <a:srgbClr val="023327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6769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3" name="Google Shape;93;p1"/>
            <p:cNvSpPr txBox="1"/>
            <p:nvPr/>
          </p:nvSpPr>
          <p:spPr>
            <a:xfrm>
              <a:off x="0" y="-47625"/>
              <a:ext cx="3225442" cy="88956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88925" tIns="88925" rIns="88925" bIns="88925" anchor="ctr" anchorCtr="0">
              <a:noAutofit/>
            </a:bodyPr>
            <a:lstStyle/>
            <a:p>
              <a:pPr marL="0" marR="0" lvl="0" indent="0" algn="ctr" rtl="0">
                <a:lnSpc>
                  <a:spcPct val="112217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6769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94" name="Google Shape;94;p1"/>
          <p:cNvGrpSpPr/>
          <p:nvPr/>
        </p:nvGrpSpPr>
        <p:grpSpPr>
          <a:xfrm>
            <a:off x="-234720" y="15440485"/>
            <a:ext cx="29304069" cy="8372962"/>
            <a:chOff x="0" y="-47625"/>
            <a:chExt cx="3032124" cy="787302"/>
          </a:xfrm>
        </p:grpSpPr>
        <p:sp>
          <p:nvSpPr>
            <p:cNvPr id="95" name="Google Shape;95;p1"/>
            <p:cNvSpPr/>
            <p:nvPr/>
          </p:nvSpPr>
          <p:spPr>
            <a:xfrm>
              <a:off x="0" y="0"/>
              <a:ext cx="3032124" cy="739677"/>
            </a:xfrm>
            <a:custGeom>
              <a:avLst/>
              <a:gdLst/>
              <a:ahLst/>
              <a:cxnLst/>
              <a:rect l="l" t="t" r="r" b="b"/>
              <a:pathLst>
                <a:path w="3032124" h="739677" extrusionOk="0">
                  <a:moveTo>
                    <a:pt x="0" y="0"/>
                  </a:moveTo>
                  <a:lnTo>
                    <a:pt x="3032124" y="0"/>
                  </a:lnTo>
                  <a:lnTo>
                    <a:pt x="3032124" y="739677"/>
                  </a:lnTo>
                  <a:lnTo>
                    <a:pt x="0" y="739677"/>
                  </a:lnTo>
                  <a:close/>
                </a:path>
              </a:pathLst>
            </a:custGeom>
            <a:solidFill>
              <a:srgbClr val="0B9E64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6769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6" name="Google Shape;96;p1"/>
            <p:cNvSpPr txBox="1"/>
            <p:nvPr/>
          </p:nvSpPr>
          <p:spPr>
            <a:xfrm>
              <a:off x="0" y="-47625"/>
              <a:ext cx="3032124" cy="787302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88925" tIns="88925" rIns="88925" bIns="88925" anchor="ctr" anchorCtr="0">
              <a:noAutofit/>
            </a:bodyPr>
            <a:lstStyle/>
            <a:p>
              <a:pPr marL="0" marR="0" lvl="0" indent="0" algn="ctr" rtl="0">
                <a:lnSpc>
                  <a:spcPct val="112217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6769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97" name="Google Shape;97;p1"/>
          <p:cNvGrpSpPr/>
          <p:nvPr/>
        </p:nvGrpSpPr>
        <p:grpSpPr>
          <a:xfrm>
            <a:off x="-234719" y="6816147"/>
            <a:ext cx="29304069" cy="9226118"/>
            <a:chOff x="0" y="-47625"/>
            <a:chExt cx="3218728" cy="867524"/>
          </a:xfrm>
        </p:grpSpPr>
        <p:sp>
          <p:nvSpPr>
            <p:cNvPr id="98" name="Google Shape;98;p1"/>
            <p:cNvSpPr/>
            <p:nvPr/>
          </p:nvSpPr>
          <p:spPr>
            <a:xfrm>
              <a:off x="0" y="0"/>
              <a:ext cx="3218728" cy="819899"/>
            </a:xfrm>
            <a:custGeom>
              <a:avLst/>
              <a:gdLst/>
              <a:ahLst/>
              <a:cxnLst/>
              <a:rect l="l" t="t" r="r" b="b"/>
              <a:pathLst>
                <a:path w="3218728" h="819899" extrusionOk="0">
                  <a:moveTo>
                    <a:pt x="0" y="0"/>
                  </a:moveTo>
                  <a:lnTo>
                    <a:pt x="3218728" y="0"/>
                  </a:lnTo>
                  <a:lnTo>
                    <a:pt x="3218728" y="819899"/>
                  </a:lnTo>
                  <a:lnTo>
                    <a:pt x="0" y="819899"/>
                  </a:lnTo>
                  <a:close/>
                </a:path>
              </a:pathLst>
            </a:custGeom>
            <a:solidFill>
              <a:srgbClr val="07734C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6769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99" name="Google Shape;99;p1"/>
            <p:cNvSpPr txBox="1"/>
            <p:nvPr/>
          </p:nvSpPr>
          <p:spPr>
            <a:xfrm>
              <a:off x="0" y="-47625"/>
              <a:ext cx="3218728" cy="86752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88925" tIns="88925" rIns="88925" bIns="88925" anchor="ctr" anchorCtr="0">
              <a:noAutofit/>
            </a:bodyPr>
            <a:lstStyle/>
            <a:p>
              <a:pPr marL="0" marR="0" lvl="0" indent="0" algn="ctr" rtl="0">
                <a:lnSpc>
                  <a:spcPct val="112217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6769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00" name="Google Shape;100;p1"/>
          <p:cNvGrpSpPr/>
          <p:nvPr/>
        </p:nvGrpSpPr>
        <p:grpSpPr>
          <a:xfrm>
            <a:off x="-234719" y="-573881"/>
            <a:ext cx="29324841" cy="9050021"/>
            <a:chOff x="0" y="-47625"/>
            <a:chExt cx="2755436" cy="850966"/>
          </a:xfrm>
        </p:grpSpPr>
        <p:sp>
          <p:nvSpPr>
            <p:cNvPr id="101" name="Google Shape;101;p1"/>
            <p:cNvSpPr/>
            <p:nvPr/>
          </p:nvSpPr>
          <p:spPr>
            <a:xfrm>
              <a:off x="0" y="0"/>
              <a:ext cx="2755436" cy="803341"/>
            </a:xfrm>
            <a:custGeom>
              <a:avLst/>
              <a:gdLst/>
              <a:ahLst/>
              <a:cxnLst/>
              <a:rect l="l" t="t" r="r" b="b"/>
              <a:pathLst>
                <a:path w="2755436" h="803341" extrusionOk="0">
                  <a:moveTo>
                    <a:pt x="0" y="0"/>
                  </a:moveTo>
                  <a:lnTo>
                    <a:pt x="2755436" y="0"/>
                  </a:lnTo>
                  <a:lnTo>
                    <a:pt x="2755436" y="803341"/>
                  </a:lnTo>
                  <a:lnTo>
                    <a:pt x="0" y="803341"/>
                  </a:lnTo>
                  <a:close/>
                </a:path>
              </a:pathLst>
            </a:custGeom>
            <a:solidFill>
              <a:srgbClr val="10E68E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6769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2" name="Google Shape;102;p1"/>
            <p:cNvSpPr txBox="1"/>
            <p:nvPr/>
          </p:nvSpPr>
          <p:spPr>
            <a:xfrm>
              <a:off x="0" y="-47625"/>
              <a:ext cx="2755436" cy="850966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88925" tIns="88925" rIns="88925" bIns="88925" anchor="ctr" anchorCtr="0">
              <a:noAutofit/>
            </a:bodyPr>
            <a:lstStyle/>
            <a:p>
              <a:pPr marL="0" marR="0" lvl="0" indent="0" algn="ctr" rtl="0">
                <a:lnSpc>
                  <a:spcPct val="112217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6769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03" name="Google Shape;103;p1"/>
          <p:cNvGrpSpPr/>
          <p:nvPr/>
        </p:nvGrpSpPr>
        <p:grpSpPr>
          <a:xfrm rot="-5400000">
            <a:off x="11084396" y="13184457"/>
            <a:ext cx="20464104" cy="13034120"/>
            <a:chOff x="0" y="-47625"/>
            <a:chExt cx="1922704" cy="1224620"/>
          </a:xfrm>
        </p:grpSpPr>
        <p:sp>
          <p:nvSpPr>
            <p:cNvPr id="104" name="Google Shape;104;p1"/>
            <p:cNvSpPr/>
            <p:nvPr/>
          </p:nvSpPr>
          <p:spPr>
            <a:xfrm>
              <a:off x="0" y="0"/>
              <a:ext cx="1922704" cy="1176995"/>
            </a:xfrm>
            <a:custGeom>
              <a:avLst/>
              <a:gdLst/>
              <a:ahLst/>
              <a:cxnLst/>
              <a:rect l="l" t="t" r="r" b="b"/>
              <a:pathLst>
                <a:path w="1922704" h="1176995" extrusionOk="0">
                  <a:moveTo>
                    <a:pt x="0" y="0"/>
                  </a:moveTo>
                  <a:lnTo>
                    <a:pt x="1922704" y="0"/>
                  </a:lnTo>
                  <a:lnTo>
                    <a:pt x="1922704" y="1176995"/>
                  </a:lnTo>
                  <a:lnTo>
                    <a:pt x="0" y="1176995"/>
                  </a:lnTo>
                  <a:close/>
                </a:path>
              </a:pathLst>
            </a:custGeom>
            <a:solidFill>
              <a:srgbClr val="FFFFFF"/>
            </a:solidFill>
            <a:ln w="19050" cap="sq" cmpd="sng">
              <a:solidFill>
                <a:srgbClr val="000000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6769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5" name="Google Shape;105;p1"/>
            <p:cNvSpPr txBox="1"/>
            <p:nvPr/>
          </p:nvSpPr>
          <p:spPr>
            <a:xfrm>
              <a:off x="0" y="-47625"/>
              <a:ext cx="1922704" cy="122462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89000" tIns="89000" rIns="89000" bIns="89000" anchor="ctr" anchorCtr="0">
              <a:noAutofit/>
            </a:bodyPr>
            <a:lstStyle/>
            <a:p>
              <a:pPr marL="0" marR="0" lvl="0" indent="0" algn="ctr" rtl="0">
                <a:lnSpc>
                  <a:spcPct val="112217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6769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06" name="Google Shape;106;p1"/>
          <p:cNvGrpSpPr/>
          <p:nvPr/>
        </p:nvGrpSpPr>
        <p:grpSpPr>
          <a:xfrm>
            <a:off x="927180" y="29980737"/>
            <a:ext cx="13848538" cy="9234980"/>
            <a:chOff x="0" y="-47625"/>
            <a:chExt cx="1302166" cy="868357"/>
          </a:xfrm>
        </p:grpSpPr>
        <p:sp>
          <p:nvSpPr>
            <p:cNvPr id="107" name="Google Shape;107;p1"/>
            <p:cNvSpPr/>
            <p:nvPr/>
          </p:nvSpPr>
          <p:spPr>
            <a:xfrm>
              <a:off x="0" y="0"/>
              <a:ext cx="1302166" cy="820732"/>
            </a:xfrm>
            <a:custGeom>
              <a:avLst/>
              <a:gdLst/>
              <a:ahLst/>
              <a:cxnLst/>
              <a:rect l="l" t="t" r="r" b="b"/>
              <a:pathLst>
                <a:path w="1302166" h="820732" extrusionOk="0">
                  <a:moveTo>
                    <a:pt x="0" y="0"/>
                  </a:moveTo>
                  <a:lnTo>
                    <a:pt x="1302166" y="0"/>
                  </a:lnTo>
                  <a:lnTo>
                    <a:pt x="1302166" y="820732"/>
                  </a:lnTo>
                  <a:lnTo>
                    <a:pt x="0" y="820732"/>
                  </a:lnTo>
                  <a:close/>
                </a:path>
              </a:pathLst>
            </a:custGeom>
            <a:solidFill>
              <a:srgbClr val="FFFFFF"/>
            </a:solidFill>
            <a:ln w="19050" cap="sq" cmpd="sng">
              <a:solidFill>
                <a:srgbClr val="000000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6769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8" name="Google Shape;108;p1"/>
            <p:cNvSpPr txBox="1"/>
            <p:nvPr/>
          </p:nvSpPr>
          <p:spPr>
            <a:xfrm>
              <a:off x="0" y="-47625"/>
              <a:ext cx="1302166" cy="868357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88925" tIns="88925" rIns="88925" bIns="88925" anchor="ctr" anchorCtr="0">
              <a:noAutofit/>
            </a:bodyPr>
            <a:lstStyle/>
            <a:p>
              <a:pPr marL="0" marR="0" lvl="0" indent="0" algn="ctr" rtl="0">
                <a:lnSpc>
                  <a:spcPct val="112217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6769" dirty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09" name="Google Shape;109;p1"/>
          <p:cNvGrpSpPr/>
          <p:nvPr/>
        </p:nvGrpSpPr>
        <p:grpSpPr>
          <a:xfrm>
            <a:off x="15403306" y="30138544"/>
            <a:ext cx="12527228" cy="8125799"/>
            <a:chOff x="0" y="-314078"/>
            <a:chExt cx="8764870" cy="5685342"/>
          </a:xfrm>
        </p:grpSpPr>
        <p:grpSp>
          <p:nvGrpSpPr>
            <p:cNvPr id="110" name="Google Shape;110;p1"/>
            <p:cNvGrpSpPr/>
            <p:nvPr/>
          </p:nvGrpSpPr>
          <p:grpSpPr>
            <a:xfrm>
              <a:off x="0" y="-314078"/>
              <a:ext cx="8764870" cy="5685342"/>
              <a:chOff x="0" y="-47625"/>
              <a:chExt cx="1329056" cy="862094"/>
            </a:xfrm>
          </p:grpSpPr>
          <p:sp>
            <p:nvSpPr>
              <p:cNvPr id="111" name="Google Shape;111;p1"/>
              <p:cNvSpPr/>
              <p:nvPr/>
            </p:nvSpPr>
            <p:spPr>
              <a:xfrm>
                <a:off x="0" y="0"/>
                <a:ext cx="1329056" cy="814469"/>
              </a:xfrm>
              <a:custGeom>
                <a:avLst/>
                <a:gdLst/>
                <a:ahLst/>
                <a:cxnLst/>
                <a:rect l="l" t="t" r="r" b="b"/>
                <a:pathLst>
                  <a:path w="1329056" h="814469" extrusionOk="0">
                    <a:moveTo>
                      <a:pt x="0" y="0"/>
                    </a:moveTo>
                    <a:lnTo>
                      <a:pt x="1329056" y="0"/>
                    </a:lnTo>
                    <a:lnTo>
                      <a:pt x="1329056" y="814469"/>
                    </a:lnTo>
                    <a:lnTo>
                      <a:pt x="0" y="814469"/>
                    </a:lnTo>
                    <a:close/>
                  </a:path>
                </a:pathLst>
              </a:custGeom>
              <a:solidFill>
                <a:srgbClr val="FFFFFF"/>
              </a:solidFill>
              <a:ln w="19050" cap="sq" cmpd="sng">
                <a:solidFill>
                  <a:srgbClr val="000000"/>
                </a:solidFill>
                <a:prstDash val="solid"/>
                <a:miter lim="8000"/>
                <a:headEnd type="none" w="sm" len="sm"/>
                <a:tailEnd type="none" w="sm" len="sm"/>
              </a:ln>
            </p:spPr>
            <p:txBody>
              <a:bodyPr spcFirstLastPara="1" wrap="square" lIns="91425" tIns="45700" rIns="91425" bIns="45700" anchor="t" anchorCtr="0">
                <a:noAutofit/>
              </a:bodyPr>
              <a:lstStyle/>
              <a:p>
                <a:pPr marL="0" marR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6769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12" name="Google Shape;112;p1"/>
              <p:cNvSpPr txBox="1"/>
              <p:nvPr/>
            </p:nvSpPr>
            <p:spPr>
              <a:xfrm>
                <a:off x="0" y="-47625"/>
                <a:ext cx="1329056" cy="862094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6800" tIns="96800" rIns="96800" bIns="96800" anchor="ctr" anchorCtr="0">
                <a:noAutofit/>
              </a:bodyPr>
              <a:lstStyle/>
              <a:p>
                <a:pPr marL="0" marR="0" lvl="0" indent="0" algn="ctr" rtl="0">
                  <a:lnSpc>
                    <a:spcPct val="112217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6769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113" name="Google Shape;113;p1"/>
            <p:cNvSpPr txBox="1"/>
            <p:nvPr/>
          </p:nvSpPr>
          <p:spPr>
            <a:xfrm>
              <a:off x="1064599" y="235141"/>
              <a:ext cx="6635674" cy="433329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marR="0" lvl="0" indent="0" algn="ctr" rtl="0">
                <a:lnSpc>
                  <a:spcPct val="101007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US" sz="4762" b="1" dirty="0">
                  <a:solidFill>
                    <a:srgbClr val="000000"/>
                  </a:solidFill>
                  <a:latin typeface="Open Sans"/>
                  <a:ea typeface="Open Sans"/>
                  <a:cs typeface="Open Sans"/>
                  <a:sym typeface="Open Sans"/>
                </a:rPr>
                <a:t>REFERÊNCIAS</a:t>
              </a:r>
              <a:endParaRPr dirty="0"/>
            </a:p>
          </p:txBody>
        </p:sp>
      </p:grpSp>
      <p:sp>
        <p:nvSpPr>
          <p:cNvPr id="114" name="Google Shape;114;p1"/>
          <p:cNvSpPr/>
          <p:nvPr/>
        </p:nvSpPr>
        <p:spPr>
          <a:xfrm>
            <a:off x="-916543" y="1525353"/>
            <a:ext cx="8571184" cy="2454222"/>
          </a:xfrm>
          <a:custGeom>
            <a:avLst/>
            <a:gdLst/>
            <a:ahLst/>
            <a:cxnLst/>
            <a:rect l="l" t="t" r="r" b="b"/>
            <a:pathLst>
              <a:path w="4497722" h="1287851" extrusionOk="0">
                <a:moveTo>
                  <a:pt x="0" y="0"/>
                </a:moveTo>
                <a:lnTo>
                  <a:pt x="4497722" y="0"/>
                </a:lnTo>
                <a:lnTo>
                  <a:pt x="4497722" y="1287851"/>
                </a:lnTo>
                <a:lnTo>
                  <a:pt x="0" y="1287851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6769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5" name="Google Shape;115;p1"/>
          <p:cNvSpPr/>
          <p:nvPr/>
        </p:nvSpPr>
        <p:spPr>
          <a:xfrm>
            <a:off x="3163237" y="-4997460"/>
            <a:ext cx="22769151" cy="14311010"/>
          </a:xfrm>
          <a:custGeom>
            <a:avLst/>
            <a:gdLst/>
            <a:ahLst/>
            <a:cxnLst/>
            <a:rect l="l" t="t" r="r" b="b"/>
            <a:pathLst>
              <a:path w="11948094" h="7509691" extrusionOk="0">
                <a:moveTo>
                  <a:pt x="0" y="0"/>
                </a:moveTo>
                <a:lnTo>
                  <a:pt x="11948094" y="0"/>
                </a:lnTo>
                <a:lnTo>
                  <a:pt x="11948094" y="7509691"/>
                </a:lnTo>
                <a:lnTo>
                  <a:pt x="0" y="7509691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-48958"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6769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6" name="Google Shape;116;p1"/>
          <p:cNvSpPr/>
          <p:nvPr/>
        </p:nvSpPr>
        <p:spPr>
          <a:xfrm>
            <a:off x="21014306" y="1712017"/>
            <a:ext cx="7228385" cy="2335060"/>
          </a:xfrm>
          <a:custGeom>
            <a:avLst/>
            <a:gdLst/>
            <a:ahLst/>
            <a:cxnLst/>
            <a:rect l="l" t="t" r="r" b="b"/>
            <a:pathLst>
              <a:path w="3793089" h="1225321" extrusionOk="0">
                <a:moveTo>
                  <a:pt x="0" y="0"/>
                </a:moveTo>
                <a:lnTo>
                  <a:pt x="3793089" y="0"/>
                </a:lnTo>
                <a:lnTo>
                  <a:pt x="3793089" y="1225321"/>
                </a:lnTo>
                <a:lnTo>
                  <a:pt x="0" y="1225321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6769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" name="Google Shape;118;p1"/>
          <p:cNvSpPr txBox="1"/>
          <p:nvPr/>
        </p:nvSpPr>
        <p:spPr>
          <a:xfrm>
            <a:off x="5432058" y="12099877"/>
            <a:ext cx="4989818" cy="65864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0096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077" b="1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INTRODUÇÃO</a:t>
            </a:r>
            <a:endParaRPr/>
          </a:p>
        </p:txBody>
      </p:sp>
      <p:grpSp>
        <p:nvGrpSpPr>
          <p:cNvPr id="119" name="Google Shape;119;p1"/>
          <p:cNvGrpSpPr/>
          <p:nvPr/>
        </p:nvGrpSpPr>
        <p:grpSpPr>
          <a:xfrm rot="-5400000">
            <a:off x="2494601" y="7477176"/>
            <a:ext cx="10206805" cy="14355430"/>
            <a:chOff x="0" y="-47625"/>
            <a:chExt cx="958980" cy="1348764"/>
          </a:xfrm>
        </p:grpSpPr>
        <p:sp>
          <p:nvSpPr>
            <p:cNvPr id="120" name="Google Shape;120;p1"/>
            <p:cNvSpPr/>
            <p:nvPr/>
          </p:nvSpPr>
          <p:spPr>
            <a:xfrm>
              <a:off x="0" y="0"/>
              <a:ext cx="958980" cy="1301139"/>
            </a:xfrm>
            <a:custGeom>
              <a:avLst/>
              <a:gdLst/>
              <a:ahLst/>
              <a:cxnLst/>
              <a:rect l="l" t="t" r="r" b="b"/>
              <a:pathLst>
                <a:path w="958980" h="1301139" extrusionOk="0">
                  <a:moveTo>
                    <a:pt x="0" y="0"/>
                  </a:moveTo>
                  <a:lnTo>
                    <a:pt x="958980" y="0"/>
                  </a:lnTo>
                  <a:lnTo>
                    <a:pt x="958980" y="1301139"/>
                  </a:lnTo>
                  <a:lnTo>
                    <a:pt x="0" y="1301139"/>
                  </a:lnTo>
                  <a:close/>
                </a:path>
              </a:pathLst>
            </a:custGeom>
            <a:solidFill>
              <a:srgbClr val="FFFFFF"/>
            </a:solidFill>
            <a:ln w="19050" cap="sq" cmpd="sng">
              <a:solidFill>
                <a:srgbClr val="000000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6769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1" name="Google Shape;121;p1"/>
            <p:cNvSpPr txBox="1"/>
            <p:nvPr/>
          </p:nvSpPr>
          <p:spPr>
            <a:xfrm>
              <a:off x="0" y="-47625"/>
              <a:ext cx="958980" cy="134876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89000" tIns="89000" rIns="89000" bIns="89000" anchor="ctr" anchorCtr="0">
              <a:noAutofit/>
            </a:bodyPr>
            <a:lstStyle/>
            <a:p>
              <a:pPr marL="0" marR="0" lvl="0" indent="0" algn="ctr" rtl="0">
                <a:lnSpc>
                  <a:spcPct val="112217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6769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22" name="Google Shape;122;p1"/>
          <p:cNvGrpSpPr/>
          <p:nvPr/>
        </p:nvGrpSpPr>
        <p:grpSpPr>
          <a:xfrm rot="-5400000">
            <a:off x="2616002" y="17805386"/>
            <a:ext cx="9963998" cy="14355430"/>
            <a:chOff x="0" y="-47625"/>
            <a:chExt cx="936167" cy="1348764"/>
          </a:xfrm>
        </p:grpSpPr>
        <p:sp>
          <p:nvSpPr>
            <p:cNvPr id="123" name="Google Shape;123;p1"/>
            <p:cNvSpPr/>
            <p:nvPr/>
          </p:nvSpPr>
          <p:spPr>
            <a:xfrm>
              <a:off x="0" y="0"/>
              <a:ext cx="936167" cy="1301139"/>
            </a:xfrm>
            <a:custGeom>
              <a:avLst/>
              <a:gdLst/>
              <a:ahLst/>
              <a:cxnLst/>
              <a:rect l="l" t="t" r="r" b="b"/>
              <a:pathLst>
                <a:path w="936167" h="1301139" extrusionOk="0">
                  <a:moveTo>
                    <a:pt x="0" y="0"/>
                  </a:moveTo>
                  <a:lnTo>
                    <a:pt x="936167" y="0"/>
                  </a:lnTo>
                  <a:lnTo>
                    <a:pt x="936167" y="1301139"/>
                  </a:lnTo>
                  <a:lnTo>
                    <a:pt x="0" y="1301139"/>
                  </a:lnTo>
                  <a:close/>
                </a:path>
              </a:pathLst>
            </a:custGeom>
            <a:solidFill>
              <a:srgbClr val="FFFFFF"/>
            </a:solidFill>
            <a:ln w="19050" cap="sq" cmpd="sng">
              <a:solidFill>
                <a:srgbClr val="000000"/>
              </a:solidFill>
              <a:prstDash val="solid"/>
              <a:miter lim="8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6769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4" name="Google Shape;124;p1"/>
            <p:cNvSpPr txBox="1"/>
            <p:nvPr/>
          </p:nvSpPr>
          <p:spPr>
            <a:xfrm>
              <a:off x="0" y="-47625"/>
              <a:ext cx="936167" cy="1348764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89000" tIns="89000" rIns="89000" bIns="89000" anchor="ctr" anchorCtr="0">
              <a:noAutofit/>
            </a:bodyPr>
            <a:lstStyle/>
            <a:p>
              <a:pPr marL="0" marR="0" lvl="0" indent="0" algn="ctr" rtl="0">
                <a:lnSpc>
                  <a:spcPct val="112217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6769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25" name="Google Shape;125;p1"/>
          <p:cNvSpPr/>
          <p:nvPr/>
        </p:nvSpPr>
        <p:spPr>
          <a:xfrm>
            <a:off x="22527251" y="36801439"/>
            <a:ext cx="5609093" cy="5642282"/>
          </a:xfrm>
          <a:custGeom>
            <a:avLst/>
            <a:gdLst/>
            <a:ahLst/>
            <a:cxnLst/>
            <a:rect l="l" t="t" r="r" b="b"/>
            <a:pathLst>
              <a:path w="2943367" h="2960783" extrusionOk="0">
                <a:moveTo>
                  <a:pt x="0" y="0"/>
                </a:moveTo>
                <a:lnTo>
                  <a:pt x="2943367" y="0"/>
                </a:lnTo>
                <a:lnTo>
                  <a:pt x="2943367" y="2960784"/>
                </a:lnTo>
                <a:lnTo>
                  <a:pt x="0" y="296078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6769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6" name="Google Shape;126;p1"/>
          <p:cNvSpPr txBox="1"/>
          <p:nvPr/>
        </p:nvSpPr>
        <p:spPr>
          <a:xfrm>
            <a:off x="-1" y="4700167"/>
            <a:ext cx="28813765" cy="17771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0100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434" b="1" dirty="0" err="1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LiderAI</a:t>
            </a:r>
            <a:endParaRPr dirty="0"/>
          </a:p>
        </p:txBody>
      </p:sp>
      <p:sp>
        <p:nvSpPr>
          <p:cNvPr id="127" name="Google Shape;127;p1"/>
          <p:cNvSpPr txBox="1"/>
          <p:nvPr/>
        </p:nvSpPr>
        <p:spPr>
          <a:xfrm>
            <a:off x="2404768" y="6355587"/>
            <a:ext cx="24286089" cy="20519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lvl="0" algn="ctr">
              <a:lnSpc>
                <a:spcPct val="140025"/>
              </a:lnSpc>
            </a:pPr>
            <a:r>
              <a:rPr lang="pt-BR" sz="4762" b="1" dirty="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Lucas Kenichi, Pedro Della Rosa, Pedro </a:t>
            </a:r>
            <a:r>
              <a:rPr lang="pt-BR" sz="4762" b="1" dirty="0" err="1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Dimitry</a:t>
            </a:r>
            <a:r>
              <a:rPr lang="pt-BR" sz="4762" b="1" dirty="0">
                <a:latin typeface="Open Sans"/>
                <a:ea typeface="Open Sans"/>
                <a:cs typeface="Open Sans"/>
                <a:sym typeface="Open Sans"/>
              </a:rPr>
              <a:t>, Arthur </a:t>
            </a:r>
            <a:r>
              <a:rPr lang="pt-BR" sz="4762" b="1" dirty="0" err="1">
                <a:latin typeface="Open Sans"/>
                <a:ea typeface="Open Sans"/>
                <a:cs typeface="Open Sans"/>
                <a:sym typeface="Open Sans"/>
              </a:rPr>
              <a:t>Paltrinieri</a:t>
            </a:r>
            <a:r>
              <a:rPr lang="pt-BR" sz="4762" b="1" dirty="0">
                <a:latin typeface="Open Sans"/>
                <a:ea typeface="Open Sans"/>
                <a:cs typeface="Open Sans"/>
                <a:sym typeface="Open Sans"/>
              </a:rPr>
              <a:t> </a:t>
            </a:r>
            <a:endParaRPr dirty="0"/>
          </a:p>
          <a:p>
            <a:pPr marL="0" marR="0" lvl="0" indent="0" algn="ctr" rtl="0">
              <a:lnSpc>
                <a:spcPct val="14002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762" b="1" dirty="0" err="1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Orientadores</a:t>
            </a:r>
            <a:r>
              <a:rPr lang="en-US" sz="4762" b="1" dirty="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: </a:t>
            </a:r>
            <a:r>
              <a:rPr lang="en-US" sz="4762" dirty="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Rafael Rosseti, Rodnil Lisboa, Victor Rosseti, Rodrigo da Rosa</a:t>
            </a:r>
            <a:endParaRPr dirty="0"/>
          </a:p>
        </p:txBody>
      </p:sp>
      <p:sp>
        <p:nvSpPr>
          <p:cNvPr id="129" name="Google Shape;129;p1"/>
          <p:cNvSpPr txBox="1"/>
          <p:nvPr/>
        </p:nvSpPr>
        <p:spPr>
          <a:xfrm>
            <a:off x="15099844" y="22449286"/>
            <a:ext cx="12433206" cy="43518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0102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 dirty="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Fonte: </a:t>
            </a:r>
            <a:r>
              <a:rPr lang="en-US" sz="2800" dirty="0" err="1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Autoria</a:t>
            </a:r>
            <a:r>
              <a:rPr lang="en-US" sz="2800" dirty="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2800" dirty="0" err="1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Própria</a:t>
            </a:r>
            <a:r>
              <a:rPr lang="en-US" sz="2800" dirty="0">
                <a:solidFill>
                  <a:srgbClr val="000000"/>
                </a:solidFill>
                <a:latin typeface="Inter"/>
                <a:ea typeface="Inter"/>
                <a:cs typeface="Inter"/>
                <a:sym typeface="Inter"/>
              </a:rPr>
              <a:t> (2026)</a:t>
            </a:r>
            <a:endParaRPr sz="2800" dirty="0"/>
          </a:p>
        </p:txBody>
      </p:sp>
      <p:sp>
        <p:nvSpPr>
          <p:cNvPr id="130" name="Google Shape;130;p1"/>
          <p:cNvSpPr txBox="1"/>
          <p:nvPr/>
        </p:nvSpPr>
        <p:spPr>
          <a:xfrm>
            <a:off x="2561448" y="30828367"/>
            <a:ext cx="10186386" cy="74013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0100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762" b="1" dirty="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TECNOLOGIAS UTILIZADAS</a:t>
            </a:r>
            <a:endParaRPr dirty="0"/>
          </a:p>
        </p:txBody>
      </p:sp>
      <p:sp>
        <p:nvSpPr>
          <p:cNvPr id="131" name="Google Shape;131;p1"/>
          <p:cNvSpPr txBox="1"/>
          <p:nvPr/>
        </p:nvSpPr>
        <p:spPr>
          <a:xfrm>
            <a:off x="16608355" y="9858095"/>
            <a:ext cx="10186386" cy="6193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0100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762" b="1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RESULTADOS</a:t>
            </a:r>
            <a:endParaRPr/>
          </a:p>
        </p:txBody>
      </p:sp>
      <p:sp>
        <p:nvSpPr>
          <p:cNvPr id="132" name="Google Shape;132;p1"/>
          <p:cNvSpPr txBox="1"/>
          <p:nvPr/>
        </p:nvSpPr>
        <p:spPr>
          <a:xfrm>
            <a:off x="2644303" y="9858095"/>
            <a:ext cx="10186386" cy="6193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0100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762" b="1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O PROBLEMA</a:t>
            </a:r>
            <a:endParaRPr/>
          </a:p>
        </p:txBody>
      </p:sp>
      <p:sp>
        <p:nvSpPr>
          <p:cNvPr id="133" name="Google Shape;133;p1"/>
          <p:cNvSpPr txBox="1"/>
          <p:nvPr/>
        </p:nvSpPr>
        <p:spPr>
          <a:xfrm>
            <a:off x="2758254" y="20302839"/>
            <a:ext cx="10186386" cy="6193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01007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762" b="1" dirty="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A PROPOSTA</a:t>
            </a:r>
            <a:endParaRPr dirty="0"/>
          </a:p>
        </p:txBody>
      </p:sp>
      <p:sp>
        <p:nvSpPr>
          <p:cNvPr id="134" name="Google Shape;134;p1"/>
          <p:cNvSpPr txBox="1"/>
          <p:nvPr/>
        </p:nvSpPr>
        <p:spPr>
          <a:xfrm>
            <a:off x="15966975" y="31719851"/>
            <a:ext cx="11400000" cy="527836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algn="just"/>
            <a:r>
              <a:rPr lang="pt-BR" sz="343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SILVA, S. C. Estratégias de gestão em bancos de alimentos: um estudo sobre eficiência e segurança alimentar. Dissertação (Mestrado), UFMG, 2012. (Justifica a necessidade de automação na triagem humanitária)</a:t>
            </a:r>
          </a:p>
          <a:p>
            <a:pPr algn="just"/>
            <a:endParaRPr lang="pt-BR" sz="3430" dirty="0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  <a:p>
            <a:pPr algn="just"/>
            <a:r>
              <a:rPr lang="pt-BR" sz="343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LIMA, P. S. Detecção de objetos em tempo real utilizando a arquitetura YOLO. Trabalho de Conclusão de Curso, UFMS, 2018. (Valida a precisão técnica da ferramenta utilizada no </a:t>
            </a:r>
            <a:r>
              <a:rPr lang="pt-BR" sz="3430" dirty="0" err="1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LiderAI</a:t>
            </a:r>
            <a:r>
              <a:rPr lang="pt-BR" sz="343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).</a:t>
            </a:r>
          </a:p>
        </p:txBody>
      </p:sp>
      <p:sp>
        <p:nvSpPr>
          <p:cNvPr id="135" name="Google Shape;135;p1"/>
          <p:cNvSpPr txBox="1"/>
          <p:nvPr/>
        </p:nvSpPr>
        <p:spPr>
          <a:xfrm>
            <a:off x="1595875" y="31719850"/>
            <a:ext cx="12562800" cy="738971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algn="just"/>
            <a:r>
              <a:rPr lang="pt-BR" sz="3430" b="1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IA e Visão Computacional:</a:t>
            </a:r>
            <a:endParaRPr lang="pt-BR" sz="3430" dirty="0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  <a:p>
            <a:pPr algn="just"/>
            <a:endParaRPr lang="pt-BR" sz="3430" dirty="0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  <a:p>
            <a:pPr algn="just"/>
            <a:endParaRPr lang="pt-BR" sz="3430" dirty="0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  <a:p>
            <a:pPr algn="just"/>
            <a:endParaRPr lang="pt-BR" sz="3430" dirty="0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  <a:p>
            <a:pPr algn="just"/>
            <a:endParaRPr lang="pt-BR" sz="3430" b="1" dirty="0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  <a:p>
            <a:pPr algn="just"/>
            <a:r>
              <a:rPr lang="pt-BR" sz="3430" b="1" dirty="0" err="1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Backend</a:t>
            </a:r>
            <a:r>
              <a:rPr lang="pt-BR" sz="3430" b="1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e Nuvem:</a:t>
            </a:r>
          </a:p>
          <a:p>
            <a:pPr algn="just"/>
            <a:endParaRPr lang="pt-BR" sz="3430" b="1" dirty="0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  <a:p>
            <a:pPr algn="just"/>
            <a:endParaRPr lang="pt-BR" sz="3430" dirty="0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  <a:p>
            <a:pPr algn="just"/>
            <a:endParaRPr lang="pt-BR" sz="3430" b="1" dirty="0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  <a:p>
            <a:pPr algn="just"/>
            <a:r>
              <a:rPr lang="pt-BR" sz="3430" b="1" dirty="0" err="1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Frontend</a:t>
            </a:r>
            <a:r>
              <a:rPr lang="pt-BR" sz="3430" b="1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e Qualidade:</a:t>
            </a:r>
          </a:p>
          <a:p>
            <a:pPr algn="just"/>
            <a:endParaRPr lang="pt-BR" sz="3430" b="1" dirty="0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  <a:p>
            <a:pPr algn="just"/>
            <a:endParaRPr lang="pt-BR" sz="3430" b="1" dirty="0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  <a:p>
            <a:pPr algn="just"/>
            <a:endParaRPr lang="pt-BR" sz="3430" b="1" dirty="0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  <a:p>
            <a:pPr algn="just"/>
            <a:endParaRPr lang="pt-BR" sz="3430" dirty="0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136" name="Google Shape;136;p1"/>
          <p:cNvSpPr txBox="1"/>
          <p:nvPr/>
        </p:nvSpPr>
        <p:spPr>
          <a:xfrm>
            <a:off x="1595870" y="10749184"/>
            <a:ext cx="12562800" cy="79175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algn="just"/>
            <a:r>
              <a:rPr lang="pt-BR" sz="343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A iniciativa Lideranças Empáticas atua na linha de frente contra a insegurança alimentar, atendendo milhares de famílias em vulnerabilidade. O crescimento da demanda revelou gargalos operacionais críticos: </a:t>
            </a:r>
          </a:p>
          <a:p>
            <a:pPr algn="just"/>
            <a:endParaRPr lang="pt-BR" sz="3430" dirty="0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  <a:p>
            <a:pPr algn="just"/>
            <a:r>
              <a:rPr lang="pt-BR" sz="3430" b="1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Atraso Logístico:</a:t>
            </a:r>
            <a:r>
              <a:rPr lang="pt-BR" sz="343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O processamento de contagem manual limita a velocidade da cadeia de distribuição, retardando a chegada do alimento. </a:t>
            </a:r>
          </a:p>
          <a:p>
            <a:pPr algn="just"/>
            <a:endParaRPr lang="pt-BR" sz="3430" dirty="0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  <a:p>
            <a:pPr algn="just"/>
            <a:r>
              <a:rPr lang="pt-BR" sz="3430" b="1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Ineficiência Operacional:</a:t>
            </a:r>
            <a:r>
              <a:rPr lang="pt-BR" sz="343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Processos manuais de contagem são suscetíveis a erros humanos e lentidão na triagem de toneladas de alimentos.</a:t>
            </a:r>
          </a:p>
          <a:p>
            <a:pPr algn="just"/>
            <a:r>
              <a:rPr lang="pt-BR" sz="343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</a:p>
          <a:p>
            <a:pPr algn="just"/>
            <a:r>
              <a:rPr lang="pt-BR" sz="3430" b="1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Impacto na Gestão:</a:t>
            </a:r>
            <a:r>
              <a:rPr lang="pt-BR" sz="343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A falta de dados em tempo real dificulta a prestação de contas e a tomada de decisões estratégicas.</a:t>
            </a:r>
          </a:p>
        </p:txBody>
      </p:sp>
      <p:sp>
        <p:nvSpPr>
          <p:cNvPr id="137" name="Google Shape;137;p1"/>
          <p:cNvSpPr txBox="1"/>
          <p:nvPr/>
        </p:nvSpPr>
        <p:spPr>
          <a:xfrm>
            <a:off x="1570066" y="21125709"/>
            <a:ext cx="12562800" cy="79175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algn="just"/>
            <a:r>
              <a:rPr lang="pt-BR" sz="343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Desenvolvemos o </a:t>
            </a:r>
            <a:r>
              <a:rPr lang="pt-BR" sz="3430" b="1" dirty="0" err="1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LiderAi</a:t>
            </a:r>
            <a:r>
              <a:rPr lang="pt-BR" sz="343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, uma solução de Visão Computacional de alta precisão que transforma a gestão de doações através de automação inteligente: </a:t>
            </a:r>
          </a:p>
          <a:p>
            <a:pPr algn="just"/>
            <a:endParaRPr lang="pt-BR" sz="3430" dirty="0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  <a:p>
            <a:pPr algn="just"/>
            <a:r>
              <a:rPr lang="pt-BR" sz="3430" b="1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Detecção Automatizada:</a:t>
            </a:r>
            <a:r>
              <a:rPr lang="pt-BR" sz="343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Uma câmera posicionada sobre a esteira identifica e classifica pacotes de alimentos em tempo real utilizando modelos de IA , eliminando o erro humano. </a:t>
            </a:r>
          </a:p>
          <a:p>
            <a:pPr algn="just"/>
            <a:endParaRPr lang="pt-BR" sz="3430" dirty="0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  <a:p>
            <a:pPr algn="just"/>
            <a:r>
              <a:rPr lang="pt-BR" sz="3430" b="1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Gestão de Dados em Nuvem:</a:t>
            </a:r>
            <a:r>
              <a:rPr lang="pt-BR" sz="343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Integração com ecossistema </a:t>
            </a:r>
            <a:r>
              <a:rPr lang="pt-BR" sz="3430" i="1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cloud</a:t>
            </a:r>
            <a:r>
              <a:rPr lang="pt-BR" sz="343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para armazenamento, permitindo o acompanhamento da arrecadação por equipe, categoria e período. </a:t>
            </a:r>
          </a:p>
          <a:p>
            <a:pPr algn="just"/>
            <a:endParaRPr lang="pt-BR" sz="3430" dirty="0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  <a:p>
            <a:pPr algn="just"/>
            <a:r>
              <a:rPr lang="pt-BR" sz="3430" b="1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Agilidade na Logística:</a:t>
            </a:r>
            <a:r>
              <a:rPr lang="pt-BR" sz="343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Otimização do fluxo de trabalho operacional, reduzindo drasticamente o tempo de processamento e garantindo o alimento até o destino final.</a:t>
            </a:r>
          </a:p>
        </p:txBody>
      </p:sp>
      <p:sp>
        <p:nvSpPr>
          <p:cNvPr id="138" name="Google Shape;138;p1"/>
          <p:cNvSpPr txBox="1"/>
          <p:nvPr/>
        </p:nvSpPr>
        <p:spPr>
          <a:xfrm>
            <a:off x="136933" y="39681833"/>
            <a:ext cx="28242600" cy="183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955" b="1" dirty="0">
                <a:latin typeface="Open Sans"/>
                <a:ea typeface="Open Sans"/>
                <a:cs typeface="Open Sans"/>
                <a:sym typeface="Open Sans"/>
              </a:rPr>
              <a:t>IV </a:t>
            </a:r>
            <a:r>
              <a:rPr lang="en-US" sz="4955" b="1" dirty="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SEMANA FECAP DE TECNOLOGIA - 2026</a:t>
            </a:r>
            <a:endParaRPr dirty="0"/>
          </a:p>
          <a:p>
            <a:pPr marL="0" marR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955" dirty="0" err="1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Fundação</a:t>
            </a:r>
            <a:r>
              <a:rPr lang="en-US" sz="4955" dirty="0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 Escola de Comércio Álvares Penteado - FECAP</a:t>
            </a:r>
            <a:endParaRPr dirty="0"/>
          </a:p>
        </p:txBody>
      </p:sp>
      <p:sp>
        <p:nvSpPr>
          <p:cNvPr id="140" name="Google Shape;140;p1"/>
          <p:cNvSpPr txBox="1"/>
          <p:nvPr/>
        </p:nvSpPr>
        <p:spPr>
          <a:xfrm>
            <a:off x="15801550" y="23131677"/>
            <a:ext cx="11652014" cy="58062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pt-BR" sz="3430" b="1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Dashboard Estratégico:</a:t>
            </a:r>
            <a:r>
              <a:rPr lang="pt-BR" sz="343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Centralização de indicadores (KPIs) como o volume total de itens e o fluxo mensal, garantindo total transparência e suporte à decisão.</a:t>
            </a:r>
          </a:p>
          <a:p>
            <a:pPr marL="457200" indent="-457200" algn="just">
              <a:buFont typeface="Arial" panose="020B0604020202020204" pitchFamily="34" charset="0"/>
              <a:buChar char="•"/>
            </a:pPr>
            <a:endParaRPr lang="pt-BR" sz="3430" dirty="0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pt-BR" sz="3430" b="1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Engajamento de Equipes:</a:t>
            </a:r>
            <a:r>
              <a:rPr lang="pt-BR" sz="343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Placar dinâmico que promove a competição saudável entre equipes, aumentando a produtividade da arrecadação.</a:t>
            </a:r>
          </a:p>
          <a:p>
            <a:pPr marL="457200" indent="-457200" algn="just">
              <a:buFont typeface="Arial" panose="020B0604020202020204" pitchFamily="34" charset="0"/>
              <a:buChar char="•"/>
            </a:pPr>
            <a:endParaRPr lang="pt-BR" sz="3430" dirty="0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  <a:p>
            <a:pPr marL="457200" indent="-457200" algn="just">
              <a:buFont typeface="Arial" panose="020B0604020202020204" pitchFamily="34" charset="0"/>
              <a:buChar char="•"/>
            </a:pPr>
            <a:r>
              <a:rPr lang="pt-BR" sz="3430" b="1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Rastreabilidade Total:</a:t>
            </a:r>
            <a:r>
              <a:rPr lang="pt-BR" sz="3430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Digitalização instantânea que elimina erros de registro manual, assegurando que cada alimento é contabilizado com precisão.</a:t>
            </a:r>
          </a:p>
        </p:txBody>
      </p:sp>
      <p:pic>
        <p:nvPicPr>
          <p:cNvPr id="5" name="Imagem 4" descr="PyTorch – PyTorch">
            <a:extLst>
              <a:ext uri="{FF2B5EF4-FFF2-40B4-BE49-F238E27FC236}">
                <a16:creationId xmlns:a16="http://schemas.microsoft.com/office/drawing/2014/main" id="{BC2178BD-5032-02E9-FC4B-14330434CD8D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909634" y="32385222"/>
            <a:ext cx="1463670" cy="1628591"/>
          </a:xfrm>
          <a:prstGeom prst="rect">
            <a:avLst/>
          </a:prstGeom>
        </p:spPr>
      </p:pic>
      <p:pic>
        <p:nvPicPr>
          <p:cNvPr id="8" name="Imagem 7" descr="Integrate Label Studio with ZenML - Data Annotator Integrations">
            <a:extLst>
              <a:ext uri="{FF2B5EF4-FFF2-40B4-BE49-F238E27FC236}">
                <a16:creationId xmlns:a16="http://schemas.microsoft.com/office/drawing/2014/main" id="{E647426E-2F77-3FCA-90EF-22CE327CCF90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936862" y="32523055"/>
            <a:ext cx="1431277" cy="1431277"/>
          </a:xfrm>
          <a:prstGeom prst="rect">
            <a:avLst/>
          </a:prstGeom>
        </p:spPr>
      </p:pic>
      <p:pic>
        <p:nvPicPr>
          <p:cNvPr id="9" name="Imagem 8" descr="scikit-learn - Wikipedia">
            <a:extLst>
              <a:ext uri="{FF2B5EF4-FFF2-40B4-BE49-F238E27FC236}">
                <a16:creationId xmlns:a16="http://schemas.microsoft.com/office/drawing/2014/main" id="{99CCA84B-7953-0E96-7076-032815F0D407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995728" y="32594015"/>
            <a:ext cx="2140088" cy="1155313"/>
          </a:xfrm>
          <a:prstGeom prst="rect">
            <a:avLst/>
          </a:prstGeom>
        </p:spPr>
      </p:pic>
      <p:pic>
        <p:nvPicPr>
          <p:cNvPr id="10" name="Imagem 9" descr="Descubra o poder do Node.js e como ele pode transformar seu desenvolvimento  web - Blog 4Linux">
            <a:extLst>
              <a:ext uri="{FF2B5EF4-FFF2-40B4-BE49-F238E27FC236}">
                <a16:creationId xmlns:a16="http://schemas.microsoft.com/office/drawing/2014/main" id="{27D8EDFC-4731-445A-B086-7C9FC6E8434A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2165951" y="34610825"/>
            <a:ext cx="3719112" cy="1859557"/>
          </a:xfrm>
          <a:prstGeom prst="rect">
            <a:avLst/>
          </a:prstGeom>
        </p:spPr>
      </p:pic>
      <p:pic>
        <p:nvPicPr>
          <p:cNvPr id="16" name="Gráfico 15">
            <a:extLst>
              <a:ext uri="{FF2B5EF4-FFF2-40B4-BE49-F238E27FC236}">
                <a16:creationId xmlns:a16="http://schemas.microsoft.com/office/drawing/2014/main" id="{76A5F4DF-7B13-9733-D038-FD43BD2B7D4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1974036" y="37370718"/>
            <a:ext cx="1134160" cy="1117561"/>
          </a:xfrm>
          <a:prstGeom prst="rect">
            <a:avLst/>
          </a:prstGeom>
        </p:spPr>
      </p:pic>
      <p:pic>
        <p:nvPicPr>
          <p:cNvPr id="17" name="Imagem 16" descr="React (JavaScript) – Wikipédia, a enciclopédia livre">
            <a:extLst>
              <a:ext uri="{FF2B5EF4-FFF2-40B4-BE49-F238E27FC236}">
                <a16:creationId xmlns:a16="http://schemas.microsoft.com/office/drawing/2014/main" id="{535B0FB2-7A0E-F7C2-CFAA-7369A7B46189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3595667" y="37224047"/>
            <a:ext cx="1403530" cy="1248924"/>
          </a:xfrm>
          <a:prstGeom prst="rect">
            <a:avLst/>
          </a:prstGeom>
        </p:spPr>
      </p:pic>
      <p:pic>
        <p:nvPicPr>
          <p:cNvPr id="18" name="Imagem 17" descr="What is and how to start with Tailwind CSS">
            <a:extLst>
              <a:ext uri="{FF2B5EF4-FFF2-40B4-BE49-F238E27FC236}">
                <a16:creationId xmlns:a16="http://schemas.microsoft.com/office/drawing/2014/main" id="{213E7202-2B78-DAEB-CEF0-227E9902CFBF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5507764" y="37331279"/>
            <a:ext cx="1403530" cy="1015657"/>
          </a:xfrm>
          <a:prstGeom prst="rect">
            <a:avLst/>
          </a:prstGeom>
        </p:spPr>
      </p:pic>
      <p:pic>
        <p:nvPicPr>
          <p:cNvPr id="20" name="Gráfico 19">
            <a:extLst>
              <a:ext uri="{FF2B5EF4-FFF2-40B4-BE49-F238E27FC236}">
                <a16:creationId xmlns:a16="http://schemas.microsoft.com/office/drawing/2014/main" id="{D0E4C4E3-B4BF-238A-ACC8-85B15A49080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9219883" y="37155698"/>
            <a:ext cx="1275425" cy="1275425"/>
          </a:xfrm>
          <a:prstGeom prst="rect">
            <a:avLst/>
          </a:prstGeom>
        </p:spPr>
      </p:pic>
      <p:pic>
        <p:nvPicPr>
          <p:cNvPr id="24" name="Imagem 23">
            <a:extLst>
              <a:ext uri="{FF2B5EF4-FFF2-40B4-BE49-F238E27FC236}">
                <a16:creationId xmlns:a16="http://schemas.microsoft.com/office/drawing/2014/main" id="{62E2B43F-05AA-E845-8640-A0A98C6270C5}"/>
              </a:ext>
            </a:extLst>
      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7284549" y="37000936"/>
            <a:ext cx="1631893" cy="1631893"/>
          </a:xfrm>
          <a:prstGeom prst="rect">
            <a:avLst/>
          </a:prstGeom>
        </p:spPr>
      </p:pic>
      <p:pic>
        <p:nvPicPr>
          <p:cNvPr id="28" name="Imagem 27">
            <a:extLst>
              <a:ext uri="{FF2B5EF4-FFF2-40B4-BE49-F238E27FC236}">
                <a16:creationId xmlns:a16="http://schemas.microsoft.com/office/drawing/2014/main" id="{722DBB3E-E0EC-2A98-71D8-DA73288241E3}"/>
              </a:ext>
            </a:extLst>
      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15569633" y="16387854"/>
            <a:ext cx="12000520" cy="5988714"/>
          </a:xfrm>
          <a:prstGeom prst="rect">
            <a:avLst/>
          </a:prstGeom>
        </p:spPr>
      </p:pic>
      <p:pic>
        <p:nvPicPr>
          <p:cNvPr id="30" name="Imagem 29">
            <a:extLst>
              <a:ext uri="{FF2B5EF4-FFF2-40B4-BE49-F238E27FC236}">
                <a16:creationId xmlns:a16="http://schemas.microsoft.com/office/drawing/2014/main" id="{74D89100-BD4F-3060-8C7D-4B74F8DE2F55}"/>
              </a:ext>
            </a:extLst>
      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15569633" y="10506730"/>
            <a:ext cx="12061026" cy="5822307"/>
          </a:xfrm>
          <a:prstGeom prst="rect">
            <a:avLst/>
          </a:prstGeom>
        </p:spPr>
      </p:pic>
      <p:pic>
        <p:nvPicPr>
          <p:cNvPr id="4" name="Imagem 3">
            <a:extLst>
              <a:ext uri="{FF2B5EF4-FFF2-40B4-BE49-F238E27FC236}">
                <a16:creationId xmlns:a16="http://schemas.microsoft.com/office/drawing/2014/main" id="{AD39AEB9-9C8E-10D4-654A-13E1DDFA7C85}"/>
              </a:ext>
            </a:extLst>
          </p:cNvPr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6455139" y="34877277"/>
            <a:ext cx="1574205" cy="1574205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3977</TotalTime>
  <Words>417</Words>
  <Application>Microsoft Office PowerPoint</Application>
  <PresentationFormat>Personalizar</PresentationFormat>
  <Paragraphs>46</Paragraphs>
  <Slides>1</Slides>
  <Notes>1</Notes>
  <HiddenSlides>0</HiddenSlides>
  <MMClips>0</MMClips>
  <ScaleCrop>false</ScaleCrop>
  <HeadingPairs>
    <vt:vector size="6" baseType="variant">
      <vt:variant>
        <vt:lpstr>Fontes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</vt:i4>
      </vt:variant>
    </vt:vector>
  </HeadingPairs>
  <TitlesOfParts>
    <vt:vector size="6" baseType="lpstr">
      <vt:lpstr>Open Sans</vt:lpstr>
      <vt:lpstr>Arial</vt:lpstr>
      <vt:lpstr>Inter</vt:lpstr>
      <vt:lpstr>Calibri</vt:lpstr>
      <vt:lpstr>Office Theme</vt:lpstr>
      <vt:lpstr>Apresentação do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Lucas Soares</dc:creator>
  <cp:lastModifiedBy>lucas Abe 24026179</cp:lastModifiedBy>
  <cp:revision>2</cp:revision>
  <dcterms:created xsi:type="dcterms:W3CDTF">2006-08-16T00:00:00Z</dcterms:created>
  <dcterms:modified xsi:type="dcterms:W3CDTF">2026-05-10T18:02:58Z</dcterms:modified>
</cp:coreProperties>
</file>